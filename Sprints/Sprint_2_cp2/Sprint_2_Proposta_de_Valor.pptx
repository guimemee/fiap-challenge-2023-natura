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405" r:id="rId2"/>
    <p:sldId id="380" r:id="rId3"/>
    <p:sldId id="404" r:id="rId4"/>
    <p:sldId id="397" r:id="rId5"/>
    <p:sldId id="387" r:id="rId6"/>
    <p:sldId id="394" r:id="rId7"/>
    <p:sldId id="398" r:id="rId8"/>
    <p:sldId id="399" r:id="rId9"/>
    <p:sldId id="390" r:id="rId10"/>
    <p:sldId id="400" r:id="rId11"/>
    <p:sldId id="401" r:id="rId12"/>
    <p:sldId id="402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EDD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C1EDB-A1E7-4AD0-AD0D-F292FD4782A5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BF8C5-6131-4B90-A7A5-777412E42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311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0AB1A-AFD7-4202-8C67-2C3947006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CA9BB2-7C14-49BF-84A6-9FB9D87BF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A3FD20-18C7-4C2F-BABA-431695ED9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291FF6-D627-4EF1-AD2C-21FEBBE2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D903A8-3688-4248-9EBE-D1D78E49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311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B545F-898E-4E0C-9B02-8346A52E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C3ECE5-332A-44E6-811A-0AABFE326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83744A-ABCB-4512-9778-B814E012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1044DA-D22C-4AE1-A7FD-D8D21171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F7DC63-C364-4345-88E7-262F343BA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961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73E08-76A9-4B35-A088-4EFC740E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BB2BD5-65D0-4391-BA69-86E3CC803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8955E1-E949-4204-A4DA-02395F18E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E0ECD4-3026-432A-A878-BD68869D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72883B-A663-4928-B2C8-B73FE43C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86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44C08-13DB-45CF-96BE-216E6BFE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F0695D-CDC7-4286-A6F2-2190F585C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7EDCB7-AAD3-4977-A74C-B573666E9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AB62B1-089F-4CEF-B614-2A20750F1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3CDDC8-8E53-4ECA-980C-ACBFEC3C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AD08A7-3CD3-4D39-9257-94F1800EF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2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D1706-CDAE-4E5E-829A-1E0B9D4EB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F435-FBF5-484D-964A-74E99F934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D842F0-2F62-40F9-B58C-6475A0A5B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DE6279D-A191-43CC-9CB1-B436C63A3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1B8D8F1-BE85-4640-8376-5B5B7DF1C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A5073F-BB32-4483-B278-27C36F57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E02699D-003C-448D-A0DA-A3E122D8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5037E43-34DE-49A7-8CD2-62744F0C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384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ED14E-C5A5-4C59-8931-0DC96164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B6A4D7-4E96-457B-9170-266020AD0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5BD8FD-8B08-4894-9126-9C2C1298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0F30520-F98D-4D84-9F7A-4E9EF48F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F632EA-E55B-4054-8070-7984AFEF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075745-60BB-47AA-A3A8-5D2A0753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C9560D-FFC5-4BA4-8677-43CA83A55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57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F8CC5-F452-4813-9D4B-6263CBC8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B7027-4CC8-4CEC-907B-253E9D5D5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E64E07-ED9C-4F62-B7FE-8683315D7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D4E347-CCC9-4FCB-94EF-DBE097E4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1BFD8B-545A-418A-A276-1B1AEB52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E20620-59CA-416B-A3FC-345A5A0F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9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63F25-C8D0-4F9D-84AB-9632F31CC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CB2E6E4-8327-4F2D-B874-EA26187E1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FC1D15-72A4-4557-BABF-F9592D1E8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094694-81B7-4B65-BC4A-0EA979901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BCACEB-0C79-4F8D-87E5-54627F9A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3D5E54-1AC0-4DE5-A44C-B6A3C7CEB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4634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FBF65-B1BE-4AD7-BBDC-C43FEC41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93F224-AD92-42E8-B63A-A4FC72217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CD232D-2A2B-4701-A0CF-7A840D4A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DE7543-0D4D-4183-B2B0-7BC9F7314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F2DD8C-B292-4300-9D40-979A6006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73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90C1B7-CE39-4C59-A25B-380B04C1F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82C71A-046C-4ACF-B6F9-67C361517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B0CAC5-3B84-4FF8-A5A3-3CB4480E4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266358-6F44-4CCA-9020-6BBBA3CA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BD6B9-4B15-4D57-BE89-35659354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1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5B6F758-FB29-470A-93FD-8939D0E5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3B29E2-5C2D-41D6-978F-3F0E92D62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C2A144-BE7A-446A-890E-524F87C3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9BC6-059E-4C26-A842-8CE0282BB18A}" type="datetimeFigureOut">
              <a:rPr lang="pt-BR" smtClean="0"/>
              <a:t>24/04/2023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151596-77E1-42A3-AB8F-A7DBBFC8C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065ACA-F4DA-485B-83C3-F6FB33965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2E8E7-C17A-4315-AA4E-AEC32E1D05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0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EE47A-6E17-BAD4-724A-210239DC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dirty="0"/>
              <a:t>SPRINT 2: CANVAS DA PROPOSTA DE VALOR</a:t>
            </a:r>
            <a:br>
              <a:rPr lang="pt-BR" sz="4400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ED2A14-AA99-BF11-C530-AC9FBDF7A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Nome:		RM:</a:t>
            </a:r>
          </a:p>
          <a:p>
            <a:pPr marL="0" indent="0">
              <a:buNone/>
            </a:pPr>
            <a:r>
              <a:rPr lang="pt-BR" dirty="0"/>
              <a:t>Nome:		RM:</a:t>
            </a:r>
          </a:p>
          <a:p>
            <a:pPr marL="0" indent="0">
              <a:buNone/>
            </a:pPr>
            <a:r>
              <a:rPr lang="pt-BR" dirty="0"/>
              <a:t>Nome:		RM:</a:t>
            </a:r>
          </a:p>
          <a:p>
            <a:pPr marL="0" indent="0">
              <a:buNone/>
            </a:pPr>
            <a:r>
              <a:rPr lang="pt-BR" dirty="0"/>
              <a:t>Nome:		RM:</a:t>
            </a:r>
          </a:p>
          <a:p>
            <a:pPr marL="0" indent="0">
              <a:buNone/>
            </a:pPr>
            <a:r>
              <a:rPr lang="pt-BR" dirty="0"/>
              <a:t>Nome:		RM: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029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4A67408-8B20-9939-0FE6-6177C295CB61}"/>
              </a:ext>
            </a:extLst>
          </p:cNvPr>
          <p:cNvSpPr txBox="1"/>
          <p:nvPr/>
        </p:nvSpPr>
        <p:spPr>
          <a:xfrm>
            <a:off x="1011548" y="273153"/>
            <a:ext cx="98088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2800" b="1" u="sng" dirty="0"/>
          </a:p>
          <a:p>
            <a:pPr algn="just"/>
            <a:endParaRPr lang="pt-BR" sz="2800" u="sng" dirty="0"/>
          </a:p>
          <a:p>
            <a:pPr algn="just"/>
            <a:r>
              <a:rPr lang="pt-BR" sz="2800" dirty="0"/>
              <a:t>PROBLEMA:</a:t>
            </a:r>
          </a:p>
          <a:p>
            <a:pPr algn="just"/>
            <a:endParaRPr lang="pt-BR" sz="2800" u="sng" dirty="0"/>
          </a:p>
          <a:p>
            <a:pPr algn="just"/>
            <a:endParaRPr lang="pt-BR" sz="2800" u="sng" dirty="0"/>
          </a:p>
          <a:p>
            <a:pPr algn="just"/>
            <a:r>
              <a:rPr lang="pt-BR" sz="2800" dirty="0"/>
              <a:t>SOLUÇÃO:</a:t>
            </a:r>
          </a:p>
          <a:p>
            <a:pPr algn="just"/>
            <a:endParaRPr lang="pt-BR" sz="2000" u="sng" dirty="0">
              <a:latin typeface="Cooper Black" panose="0208090404030B020404" pitchFamily="18" charset="0"/>
            </a:endParaRPr>
          </a:p>
          <a:p>
            <a:pPr algn="just"/>
            <a:endParaRPr lang="pt-BR" sz="1200" u="sng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038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2EC4F-D173-2E67-BC98-93D0C741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Sua proposta tem algum elemento para criar valor? (novidade, desempenho, personalização, status, preço, redução de custo ou outras?)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14DC53-0AE5-C283-0B3E-CE228A5CF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776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2EC4F-D173-2E67-BC98-93D0C741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Ideia básica da solução: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14DC53-0AE5-C283-0B3E-CE228A5CF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3579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B27D25D-DADB-7BB5-228C-BB3014413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254" y="0"/>
            <a:ext cx="7265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7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9379D6-6E11-188F-340A-2FC51992F45F}"/>
              </a:ext>
            </a:extLst>
          </p:cNvPr>
          <p:cNvSpPr txBox="1"/>
          <p:nvPr/>
        </p:nvSpPr>
        <p:spPr>
          <a:xfrm>
            <a:off x="596974" y="52124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+mj-lt"/>
              </a:rPr>
              <a:t>Tarefas do cliente: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495FF1F-968F-22D7-8A06-53837190E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1252539"/>
            <a:ext cx="10516511" cy="43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88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9379D6-6E11-188F-340A-2FC51992F45F}"/>
              </a:ext>
            </a:extLst>
          </p:cNvPr>
          <p:cNvSpPr txBox="1"/>
          <p:nvPr/>
        </p:nvSpPr>
        <p:spPr>
          <a:xfrm>
            <a:off x="596974" y="52124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+mj-lt"/>
              </a:rPr>
              <a:t>Dores do cliente: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FA5234A-6796-E527-5A3F-73DE9817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1252539"/>
            <a:ext cx="10516511" cy="43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96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9379D6-6E11-188F-340A-2FC51992F45F}"/>
              </a:ext>
            </a:extLst>
          </p:cNvPr>
          <p:cNvSpPr txBox="1"/>
          <p:nvPr/>
        </p:nvSpPr>
        <p:spPr>
          <a:xfrm>
            <a:off x="596974" y="52124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+mj-lt"/>
              </a:rPr>
              <a:t>Ganhos do cliente: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02388A9-476C-5A0E-B1D4-EA42C7698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1252539"/>
            <a:ext cx="10516511" cy="43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05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796780-BB47-D7F4-3E01-5ACA6203D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71437"/>
            <a:ext cx="7848600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09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9379D6-6E11-188F-340A-2FC51992F45F}"/>
              </a:ext>
            </a:extLst>
          </p:cNvPr>
          <p:cNvSpPr txBox="1"/>
          <p:nvPr/>
        </p:nvSpPr>
        <p:spPr>
          <a:xfrm>
            <a:off x="596974" y="52124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+mj-lt"/>
              </a:rPr>
              <a:t>Produtos e serviços: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66EDD64-5D6E-536B-4095-23B5E4A65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1252539"/>
            <a:ext cx="10516511" cy="43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13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9379D6-6E11-188F-340A-2FC51992F45F}"/>
              </a:ext>
            </a:extLst>
          </p:cNvPr>
          <p:cNvSpPr txBox="1"/>
          <p:nvPr/>
        </p:nvSpPr>
        <p:spPr>
          <a:xfrm>
            <a:off x="596974" y="52124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+mj-lt"/>
              </a:rPr>
              <a:t>Aliviadores de dores (analgésicos):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E430694-4B1F-5498-42B0-458ACD122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1252539"/>
            <a:ext cx="10516511" cy="43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69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9379D6-6E11-188F-340A-2FC51992F45F}"/>
              </a:ext>
            </a:extLst>
          </p:cNvPr>
          <p:cNvSpPr txBox="1"/>
          <p:nvPr/>
        </p:nvSpPr>
        <p:spPr>
          <a:xfrm>
            <a:off x="596974" y="52124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+mj-lt"/>
              </a:rPr>
              <a:t>Criadores de ganho: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214DA5B-7AD0-37F5-F629-7AF3AAB65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1252539"/>
            <a:ext cx="10516511" cy="43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34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100</Words>
  <Application>Microsoft Office PowerPoint</Application>
  <PresentationFormat>Widescreen</PresentationFormat>
  <Paragraphs>20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Cooper Black</vt:lpstr>
      <vt:lpstr>Tema do Office</vt:lpstr>
      <vt:lpstr>SPRINT 2: CANVAS DA PROPOSTA DE VALOR </vt:lpstr>
      <vt:lpstr>Apresentação do PowerPoint</vt:lpstr>
      <vt:lpstr>Sua proposta tem algum elemento para criar valor? (novidade, desempenho, personalização, status, preço, redução de custo ou outras?)</vt:lpstr>
      <vt:lpstr>Ideia básica da solução: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patricia matsuda</dc:creator>
  <cp:lastModifiedBy>ana claudia</cp:lastModifiedBy>
  <cp:revision>12</cp:revision>
  <dcterms:created xsi:type="dcterms:W3CDTF">2020-08-22T02:43:14Z</dcterms:created>
  <dcterms:modified xsi:type="dcterms:W3CDTF">2023-04-24T19:35:42Z</dcterms:modified>
</cp:coreProperties>
</file>