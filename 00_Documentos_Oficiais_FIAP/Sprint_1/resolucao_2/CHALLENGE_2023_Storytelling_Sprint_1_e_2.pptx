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2" r:id="rId3"/>
    <p:sldMasterId id="2147483666" r:id="rId4"/>
    <p:sldMasterId id="2147483671" r:id="rId5"/>
  </p:sldMasterIdLst>
  <p:notesMasterIdLst>
    <p:notesMasterId r:id="rId18"/>
  </p:notesMasterIdLst>
  <p:sldIdLst>
    <p:sldId id="256" r:id="rId6"/>
    <p:sldId id="257" r:id="rId7"/>
    <p:sldId id="258" r:id="rId8"/>
    <p:sldId id="259" r:id="rId9"/>
    <p:sldId id="260" r:id="rId10"/>
    <p:sldId id="378" r:id="rId11"/>
    <p:sldId id="276" r:id="rId12"/>
    <p:sldId id="374" r:id="rId13"/>
    <p:sldId id="377" r:id="rId14"/>
    <p:sldId id="379" r:id="rId15"/>
    <p:sldId id="380" r:id="rId16"/>
    <p:sldId id="381" r:id="rId17"/>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108" d="100"/>
          <a:sy n="108" d="100"/>
        </p:scale>
        <p:origin x="63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0C1EDB-A1E7-4AD0-AD0D-F292FD4782A5}" type="datetimeFigureOut">
              <a:rPr lang="pt-BR" smtClean="0"/>
              <a:t>15/03/2023</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4BF8C5-6131-4B90-A7A5-777412E42BF4}" type="slidenum">
              <a:rPr lang="pt-BR" smtClean="0"/>
              <a:t>‹nº›</a:t>
            </a:fld>
            <a:endParaRPr lang="pt-BR"/>
          </a:p>
        </p:txBody>
      </p:sp>
    </p:spTree>
    <p:extLst>
      <p:ext uri="{BB962C8B-B14F-4D97-AF65-F5344CB8AC3E}">
        <p14:creationId xmlns:p14="http://schemas.microsoft.com/office/powerpoint/2010/main" val="4130311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dd86de67e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g1dd86de67e8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b66298da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g1b66298dae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b66298dae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1b66298dae3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pt-BR"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00AB1A-AFD7-4202-8C67-2C3947006143}"/>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D7CA9BB2-7C14-49BF-84A6-9FB9D87BFC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2A3FD20-18C7-4C2F-BABA-431695ED93FD}"/>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5" name="Espaço Reservado para Rodapé 4">
            <a:extLst>
              <a:ext uri="{FF2B5EF4-FFF2-40B4-BE49-F238E27FC236}">
                <a16:creationId xmlns:a16="http://schemas.microsoft.com/office/drawing/2014/main" id="{51291FF6-D627-4EF1-AD2C-21FEBBE2733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D903A8-3688-4248-9EBE-D1D78E491C89}"/>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1413115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BB545F-898E-4E0C-9B02-8346A52E383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9C3ECE5-332A-44E6-811A-0AABFE326CB7}"/>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E83744A-ABCB-4512-9778-B814E0126596}"/>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5" name="Espaço Reservado para Rodapé 4">
            <a:extLst>
              <a:ext uri="{FF2B5EF4-FFF2-40B4-BE49-F238E27FC236}">
                <a16:creationId xmlns:a16="http://schemas.microsoft.com/office/drawing/2014/main" id="{731044DA-D22C-4AE1-A7FD-D8D21171C6E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8F7DC63-C364-4345-88E7-262F343BAD2C}"/>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4179619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773E08-76A9-4B35-A088-4EFC740E1545}"/>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68BB2BD5-65D0-4391-BA69-86E3CC8032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68955E1-E949-4204-A4DA-02395F18EB65}"/>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5" name="Espaço Reservado para Rodapé 4">
            <a:extLst>
              <a:ext uri="{FF2B5EF4-FFF2-40B4-BE49-F238E27FC236}">
                <a16:creationId xmlns:a16="http://schemas.microsoft.com/office/drawing/2014/main" id="{02E0ECD4-3026-432A-A878-BD68869D8D3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D72883B-A663-4928-B2C8-B73FE43C47D9}"/>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2600862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744C08-13DB-45CF-96BE-216E6BFE99D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FF0695D-CDC7-4286-A6F2-2190F585C77B}"/>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707EDCB7-AAD3-4977-A74C-B573666E97C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2AB62B1-089F-4CEF-B614-2A20750F1613}"/>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6" name="Espaço Reservado para Rodapé 5">
            <a:extLst>
              <a:ext uri="{FF2B5EF4-FFF2-40B4-BE49-F238E27FC236}">
                <a16:creationId xmlns:a16="http://schemas.microsoft.com/office/drawing/2014/main" id="{3F3CDDC8-8E53-4ECA-980C-ACBFEC3C558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7AD08A7-3CD3-4D39-9257-94F1800EFA2E}"/>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370823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5D1706-CDAE-4E5E-829A-1E0B9D4EB4F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AD8F435-FBF5-484D-964A-74E99F9345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BD842F0-2F62-40F9-B58C-6475A0A5B0DD}"/>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0DE6279D-A191-43CC-9CB1-B436C63A3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B1B8D8F1-BE85-4640-8376-5B5B7DF1C3A4}"/>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3A5073F-BB32-4483-B278-27C36F574CD6}"/>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8" name="Espaço Reservado para Rodapé 7">
            <a:extLst>
              <a:ext uri="{FF2B5EF4-FFF2-40B4-BE49-F238E27FC236}">
                <a16:creationId xmlns:a16="http://schemas.microsoft.com/office/drawing/2014/main" id="{CE02699D-003C-448D-A0DA-A3E122D8FF52}"/>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5037E43-34DE-49A7-8CD2-62744F0CC638}"/>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3962384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5ED14E-C5A5-4C59-8931-0DC961648ED5}"/>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6B6A4D7-4E96-457B-9170-266020AD03C8}"/>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4" name="Espaço Reservado para Rodapé 3">
            <a:extLst>
              <a:ext uri="{FF2B5EF4-FFF2-40B4-BE49-F238E27FC236}">
                <a16:creationId xmlns:a16="http://schemas.microsoft.com/office/drawing/2014/main" id="{B55BD8FD-8B08-4894-9126-9C2C1298F259}"/>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A0F30520-F98D-4D84-9F7A-4E9EF48F2210}"/>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34047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CF632EA-E55B-4054-8070-7984AFEFECCE}"/>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3" name="Espaço Reservado para Rodapé 2">
            <a:extLst>
              <a:ext uri="{FF2B5EF4-FFF2-40B4-BE49-F238E27FC236}">
                <a16:creationId xmlns:a16="http://schemas.microsoft.com/office/drawing/2014/main" id="{77075745-60BB-47AA-A3A8-5D2A0753999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ADC9560D-FFC5-4BA4-8677-43CA83A55B4A}"/>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1728579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7F8CC5-F452-4813-9D4B-6263CBC823E7}"/>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13B7027-4CC8-4CEC-907B-253E9D5D53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70E64E07-ED9C-4F62-B7FE-8683315D7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8D4E347-CCC9-4FCB-94EF-DBE097E41FC4}"/>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6" name="Espaço Reservado para Rodapé 5">
            <a:extLst>
              <a:ext uri="{FF2B5EF4-FFF2-40B4-BE49-F238E27FC236}">
                <a16:creationId xmlns:a16="http://schemas.microsoft.com/office/drawing/2014/main" id="{FC1BFD8B-545A-418A-A276-1B1AEB52585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1E20620-59CA-416B-A3FC-345A5A0FC760}"/>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367797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563F25-C8D0-4F9D-84AB-9632F31CCA6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CB2E6E4-8327-4F2D-B874-EA26187E1D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60FC1D15-72A4-4557-BABF-F9592D1E8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9094694-81B7-4B65-BC4A-0EA979901291}"/>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6" name="Espaço Reservado para Rodapé 5">
            <a:extLst>
              <a:ext uri="{FF2B5EF4-FFF2-40B4-BE49-F238E27FC236}">
                <a16:creationId xmlns:a16="http://schemas.microsoft.com/office/drawing/2014/main" id="{27BCACEB-0C79-4F8D-87E5-54627F9ADA7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33D5E54-1AC0-4DE5-A44C-B6A3C7CEB205}"/>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1994634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FBF65-B1BE-4AD7-BBDC-C43FEC41D24C}"/>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1193F224-AD92-42E8-B63A-A4FC7221766D}"/>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BCD232D-2A2B-4701-A0CF-7A840D4AE50D}"/>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5" name="Espaço Reservado para Rodapé 4">
            <a:extLst>
              <a:ext uri="{FF2B5EF4-FFF2-40B4-BE49-F238E27FC236}">
                <a16:creationId xmlns:a16="http://schemas.microsoft.com/office/drawing/2014/main" id="{A9DE7543-0D4D-4183-B2B0-7BC9F731469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EF2DD8C-B292-4300-9D40-979A600682B6}"/>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301473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790C1B7-CE39-4C59-A25B-380B04C1FB73}"/>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2682C71A-046C-4ACF-B6F9-67C361517581}"/>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BB0CAC5-3B84-4FF8-A5A3-3CB4480E4C55}"/>
              </a:ext>
            </a:extLst>
          </p:cNvPr>
          <p:cNvSpPr>
            <a:spLocks noGrp="1"/>
          </p:cNvSpPr>
          <p:nvPr>
            <p:ph type="dt" sz="half" idx="10"/>
          </p:nvPr>
        </p:nvSpPr>
        <p:spPr/>
        <p:txBody>
          <a:bodyPr/>
          <a:lstStyle/>
          <a:p>
            <a:fld id="{139B9BC6-059E-4C26-A842-8CE0282BB18A}" type="datetimeFigureOut">
              <a:rPr lang="pt-BR" smtClean="0"/>
              <a:t>15/03/2023</a:t>
            </a:fld>
            <a:endParaRPr lang="pt-BR"/>
          </a:p>
        </p:txBody>
      </p:sp>
      <p:sp>
        <p:nvSpPr>
          <p:cNvPr id="5" name="Espaço Reservado para Rodapé 4">
            <a:extLst>
              <a:ext uri="{FF2B5EF4-FFF2-40B4-BE49-F238E27FC236}">
                <a16:creationId xmlns:a16="http://schemas.microsoft.com/office/drawing/2014/main" id="{E0266358-6F44-4CCA-9020-6BBBA3CA9D0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67BD6B9-4B15-4D57-BE89-35659354B05D}"/>
              </a:ext>
            </a:extLst>
          </p:cNvPr>
          <p:cNvSpPr>
            <a:spLocks noGrp="1"/>
          </p:cNvSpPr>
          <p:nvPr>
            <p:ph type="sldNum" sz="quarter" idx="12"/>
          </p:nvPr>
        </p:nvSpPr>
        <p:spPr/>
        <p:txBody>
          <a:bodyPr/>
          <a:lstStyle/>
          <a:p>
            <a:fld id="{4732E8E7-C17A-4315-AA4E-AEC32E1D0535}" type="slidenum">
              <a:rPr lang="pt-BR" smtClean="0"/>
              <a:t>‹nº›</a:t>
            </a:fld>
            <a:endParaRPr lang="pt-BR"/>
          </a:p>
        </p:txBody>
      </p:sp>
    </p:spTree>
    <p:extLst>
      <p:ext uri="{BB962C8B-B14F-4D97-AF65-F5344CB8AC3E}">
        <p14:creationId xmlns:p14="http://schemas.microsoft.com/office/powerpoint/2010/main" val="100316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9"/>
        <p:cNvGrpSpPr/>
        <p:nvPr/>
      </p:nvGrpSpPr>
      <p:grpSpPr>
        <a:xfrm>
          <a:off x="0" y="0"/>
          <a:ext cx="0" cy="0"/>
          <a:chOff x="0" y="0"/>
          <a:chExt cx="0" cy="0"/>
        </a:xfrm>
      </p:grpSpPr>
    </p:spTree>
    <p:extLst>
      <p:ext uri="{BB962C8B-B14F-4D97-AF65-F5344CB8AC3E}">
        <p14:creationId xmlns:p14="http://schemas.microsoft.com/office/powerpoint/2010/main" val="2300894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00FF"/>
        </a:solidFill>
        <a:effectLst/>
      </p:bgPr>
    </p:bg>
    <p:spTree>
      <p:nvGrpSpPr>
        <p:cNvPr id="1" name="Shape 14"/>
        <p:cNvGrpSpPr/>
        <p:nvPr/>
      </p:nvGrpSpPr>
      <p:grpSpPr>
        <a:xfrm>
          <a:off x="0" y="0"/>
          <a:ext cx="0" cy="0"/>
          <a:chOff x="0" y="0"/>
          <a:chExt cx="0" cy="0"/>
        </a:xfrm>
      </p:grpSpPr>
      <p:sp>
        <p:nvSpPr>
          <p:cNvPr id="15" name="Google Shape;15;p44"/>
          <p:cNvSpPr/>
          <p:nvPr/>
        </p:nvSpPr>
        <p:spPr>
          <a:xfrm>
            <a:off x="-5" y="6720300"/>
            <a:ext cx="12192000" cy="137600"/>
          </a:xfrm>
          <a:prstGeom prst="rect">
            <a:avLst/>
          </a:prstGeom>
          <a:solidFill>
            <a:srgbClr val="12151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16" name="Google Shape;16;p44"/>
          <p:cNvSpPr txBox="1">
            <a:spLocks noGrp="1"/>
          </p:cNvSpPr>
          <p:nvPr>
            <p:ph type="sldNum" idx="12"/>
          </p:nvPr>
        </p:nvSpPr>
        <p:spPr>
          <a:xfrm>
            <a:off x="5730200" y="6369977"/>
            <a:ext cx="731600" cy="4120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1pPr>
            <a:lvl2pPr marL="0" marR="0" lvl="1"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2pPr>
            <a:lvl3pPr marL="0" marR="0" lvl="2"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3pPr>
            <a:lvl4pPr marL="0" marR="0" lvl="3"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4pPr>
            <a:lvl5pPr marL="0" marR="0" lvl="4"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5pPr>
            <a:lvl6pPr marL="0" marR="0" lvl="5"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6pPr>
            <a:lvl7pPr marL="0" marR="0" lvl="6"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7pPr>
            <a:lvl8pPr marL="0" marR="0" lvl="7"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8pPr>
            <a:lvl9pPr marL="0" marR="0" lvl="8" indent="0" algn="ctr">
              <a:lnSpc>
                <a:spcPct val="100000"/>
              </a:lnSpc>
              <a:spcBef>
                <a:spcPts val="0"/>
              </a:spcBef>
              <a:spcAft>
                <a:spcPts val="0"/>
              </a:spcAft>
              <a:buClr>
                <a:srgbClr val="FFFFFF"/>
              </a:buClr>
              <a:buSzPts val="1600"/>
              <a:buFont typeface="Montserrat"/>
              <a:buNone/>
              <a:defRPr sz="1600" b="1" i="0" u="none" strike="noStrike" cap="none">
                <a:solidFill>
                  <a:srgbClr val="FFFFFF"/>
                </a:solidFill>
                <a:latin typeface="Montserrat"/>
                <a:ea typeface="Montserrat"/>
                <a:cs typeface="Montserrat"/>
                <a:sym typeface="Montserrat"/>
              </a:defRPr>
            </a:lvl9pPr>
          </a:lstStyle>
          <a:p>
            <a:pPr marL="0" lvl="0" indent="0" algn="ctr" rtl="0">
              <a:spcBef>
                <a:spcPts val="0"/>
              </a:spcBef>
              <a:spcAft>
                <a:spcPts val="0"/>
              </a:spcAft>
              <a:buNone/>
            </a:pPr>
            <a:fld id="{00000000-1234-1234-1234-123412341234}" type="slidenum">
              <a:rPr lang="pt-BR"/>
              <a:t>‹nº›</a:t>
            </a:fld>
            <a:endParaRPr/>
          </a:p>
        </p:txBody>
      </p:sp>
    </p:spTree>
    <p:extLst>
      <p:ext uri="{BB962C8B-B14F-4D97-AF65-F5344CB8AC3E}">
        <p14:creationId xmlns:p14="http://schemas.microsoft.com/office/powerpoint/2010/main" val="816285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17"/>
        <p:cNvGrpSpPr/>
        <p:nvPr/>
      </p:nvGrpSpPr>
      <p:grpSpPr>
        <a:xfrm>
          <a:off x="0" y="0"/>
          <a:ext cx="0" cy="0"/>
          <a:chOff x="0" y="0"/>
          <a:chExt cx="0" cy="0"/>
        </a:xfrm>
      </p:grpSpPr>
      <p:sp>
        <p:nvSpPr>
          <p:cNvPr id="18" name="Google Shape;18;p52"/>
          <p:cNvSpPr txBox="1">
            <a:spLocks noGrp="1"/>
          </p:cNvSpPr>
          <p:nvPr>
            <p:ph type="title"/>
          </p:nvPr>
        </p:nvSpPr>
        <p:spPr>
          <a:xfrm>
            <a:off x="921600" y="203200"/>
            <a:ext cx="10348800" cy="1292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9" name="Google Shape;19;p52"/>
          <p:cNvSpPr txBox="1">
            <a:spLocks noGrp="1"/>
          </p:cNvSpPr>
          <p:nvPr>
            <p:ph type="body" idx="1"/>
          </p:nvPr>
        </p:nvSpPr>
        <p:spPr>
          <a:xfrm>
            <a:off x="921600" y="2014800"/>
            <a:ext cx="10348800" cy="3825200"/>
          </a:xfrm>
          <a:prstGeom prst="rect">
            <a:avLst/>
          </a:prstGeom>
          <a:noFill/>
          <a:ln>
            <a:noFill/>
          </a:ln>
        </p:spPr>
        <p:txBody>
          <a:bodyPr spcFirstLastPara="1" wrap="square" lIns="91425" tIns="91425" rIns="91425" bIns="91425" anchor="t" anchorCtr="0">
            <a:noAutofit/>
          </a:bodyPr>
          <a:lstStyle>
            <a:lvl1pPr marL="457200" lvl="0" indent="-381000" algn="l">
              <a:lnSpc>
                <a:spcPct val="100000"/>
              </a:lnSpc>
              <a:spcBef>
                <a:spcPts val="800"/>
              </a:spcBef>
              <a:spcAft>
                <a:spcPts val="0"/>
              </a:spcAft>
              <a:buSzPts val="2400"/>
              <a:buChar char="▣"/>
              <a:defRPr/>
            </a:lvl1pPr>
            <a:lvl2pPr marL="914400" lvl="1" indent="-381000" algn="l">
              <a:lnSpc>
                <a:spcPct val="100000"/>
              </a:lnSpc>
              <a:spcBef>
                <a:spcPts val="0"/>
              </a:spcBef>
              <a:spcAft>
                <a:spcPts val="0"/>
              </a:spcAft>
              <a:buSzPts val="2400"/>
              <a:buChar char="□"/>
              <a:defRPr/>
            </a:lvl2pPr>
            <a:lvl3pPr marL="1371600" lvl="2" indent="-381000" algn="l">
              <a:lnSpc>
                <a:spcPct val="100000"/>
              </a:lnSpc>
              <a:spcBef>
                <a:spcPts val="0"/>
              </a:spcBef>
              <a:spcAft>
                <a:spcPts val="0"/>
              </a:spcAft>
              <a:buSzPts val="2400"/>
              <a:buChar char="■"/>
              <a:defRPr/>
            </a:lvl3pPr>
            <a:lvl4pPr marL="1828800" lvl="3" indent="-381000" algn="l">
              <a:lnSpc>
                <a:spcPct val="100000"/>
              </a:lnSpc>
              <a:spcBef>
                <a:spcPts val="0"/>
              </a:spcBef>
              <a:spcAft>
                <a:spcPts val="0"/>
              </a:spcAft>
              <a:buSzPts val="2400"/>
              <a:buChar char="●"/>
              <a:defRPr/>
            </a:lvl4pPr>
            <a:lvl5pPr marL="2286000" lvl="4" indent="-381000" algn="l">
              <a:lnSpc>
                <a:spcPct val="100000"/>
              </a:lnSpc>
              <a:spcBef>
                <a:spcPts val="0"/>
              </a:spcBef>
              <a:spcAft>
                <a:spcPts val="0"/>
              </a:spcAft>
              <a:buSzPts val="2400"/>
              <a:buChar char="○"/>
              <a:defRPr/>
            </a:lvl5pPr>
            <a:lvl6pPr marL="2743200" lvl="5" indent="-381000" algn="l">
              <a:lnSpc>
                <a:spcPct val="100000"/>
              </a:lnSpc>
              <a:spcBef>
                <a:spcPts val="0"/>
              </a:spcBef>
              <a:spcAft>
                <a:spcPts val="0"/>
              </a:spcAft>
              <a:buSzPts val="2400"/>
              <a:buChar char="■"/>
              <a:defRPr/>
            </a:lvl6pPr>
            <a:lvl7pPr marL="3200400" lvl="6" indent="-381000" algn="l">
              <a:lnSpc>
                <a:spcPct val="100000"/>
              </a:lnSpc>
              <a:spcBef>
                <a:spcPts val="0"/>
              </a:spcBef>
              <a:spcAft>
                <a:spcPts val="0"/>
              </a:spcAft>
              <a:buSzPts val="2400"/>
              <a:buChar char="●"/>
              <a:defRPr/>
            </a:lvl7pPr>
            <a:lvl8pPr marL="3657600" lvl="7" indent="-381000" algn="l">
              <a:lnSpc>
                <a:spcPct val="100000"/>
              </a:lnSpc>
              <a:spcBef>
                <a:spcPts val="0"/>
              </a:spcBef>
              <a:spcAft>
                <a:spcPts val="0"/>
              </a:spcAft>
              <a:buSzPts val="2400"/>
              <a:buChar char="○"/>
              <a:defRPr/>
            </a:lvl8pPr>
            <a:lvl9pPr marL="4114800" lvl="8" indent="-381000" algn="l">
              <a:lnSpc>
                <a:spcPct val="100000"/>
              </a:lnSpc>
              <a:spcBef>
                <a:spcPts val="0"/>
              </a:spcBef>
              <a:spcAft>
                <a:spcPts val="0"/>
              </a:spcAft>
              <a:buSzPts val="2400"/>
              <a:buChar char="■"/>
              <a:defRPr/>
            </a:lvl9pPr>
          </a:lstStyle>
          <a:p>
            <a:endParaRPr/>
          </a:p>
        </p:txBody>
      </p:sp>
      <p:sp>
        <p:nvSpPr>
          <p:cNvPr id="20" name="Google Shape;20;p52"/>
          <p:cNvSpPr/>
          <p:nvPr/>
        </p:nvSpPr>
        <p:spPr>
          <a:xfrm>
            <a:off x="1084364" y="1607788"/>
            <a:ext cx="2044800" cy="137600"/>
          </a:xfrm>
          <a:prstGeom prst="rect">
            <a:avLst/>
          </a:prstGeom>
          <a:solidFill>
            <a:srgbClr val="FF339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52"/>
          <p:cNvSpPr/>
          <p:nvPr/>
        </p:nvSpPr>
        <p:spPr>
          <a:xfrm>
            <a:off x="0" y="0"/>
            <a:ext cx="134000" cy="6858000"/>
          </a:xfrm>
          <a:prstGeom prst="rect">
            <a:avLst/>
          </a:prstGeom>
          <a:solidFill>
            <a:srgbClr val="FF339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52"/>
          <p:cNvSpPr txBox="1">
            <a:spLocks noGrp="1"/>
          </p:cNvSpPr>
          <p:nvPr>
            <p:ph type="sldNum" idx="12"/>
          </p:nvPr>
        </p:nvSpPr>
        <p:spPr>
          <a:xfrm>
            <a:off x="11409033" y="6344577"/>
            <a:ext cx="731600" cy="412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1pPr>
            <a:lvl2pPr marL="0" marR="0" lvl="1"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2pPr>
            <a:lvl3pPr marL="0" marR="0" lvl="2"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3pPr>
            <a:lvl4pPr marL="0" marR="0" lvl="3"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4pPr>
            <a:lvl5pPr marL="0" marR="0" lvl="4"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5pPr>
            <a:lvl6pPr marL="0" marR="0" lvl="5"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6pPr>
            <a:lvl7pPr marL="0" marR="0" lvl="6"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7pPr>
            <a:lvl8pPr marL="0" marR="0" lvl="7"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8pPr>
            <a:lvl9pPr marL="0" marR="0" lvl="8"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pt-BR"/>
              <a:t>‹nº›</a:t>
            </a:fld>
            <a:endParaRPr/>
          </a:p>
        </p:txBody>
      </p:sp>
    </p:spTree>
    <p:extLst>
      <p:ext uri="{BB962C8B-B14F-4D97-AF65-F5344CB8AC3E}">
        <p14:creationId xmlns:p14="http://schemas.microsoft.com/office/powerpoint/2010/main" val="3692347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3"/>
        <p:cNvGrpSpPr/>
        <p:nvPr/>
      </p:nvGrpSpPr>
      <p:grpSpPr>
        <a:xfrm>
          <a:off x="0" y="0"/>
          <a:ext cx="0" cy="0"/>
          <a:chOff x="0" y="0"/>
          <a:chExt cx="0" cy="0"/>
        </a:xfrm>
      </p:grpSpPr>
      <p:sp>
        <p:nvSpPr>
          <p:cNvPr id="24" name="Google Shape;24;p53"/>
          <p:cNvSpPr/>
          <p:nvPr/>
        </p:nvSpPr>
        <p:spPr>
          <a:xfrm>
            <a:off x="0" y="0"/>
            <a:ext cx="134000" cy="6858000"/>
          </a:xfrm>
          <a:prstGeom prst="rect">
            <a:avLst/>
          </a:prstGeom>
          <a:solidFill>
            <a:srgbClr val="FF339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53"/>
          <p:cNvSpPr/>
          <p:nvPr/>
        </p:nvSpPr>
        <p:spPr>
          <a:xfrm>
            <a:off x="1084364" y="1607788"/>
            <a:ext cx="2044800" cy="137600"/>
          </a:xfrm>
          <a:prstGeom prst="rect">
            <a:avLst/>
          </a:prstGeom>
          <a:solidFill>
            <a:srgbClr val="FF3399"/>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53"/>
          <p:cNvSpPr txBox="1">
            <a:spLocks noGrp="1"/>
          </p:cNvSpPr>
          <p:nvPr>
            <p:ph type="title"/>
          </p:nvPr>
        </p:nvSpPr>
        <p:spPr>
          <a:xfrm>
            <a:off x="921600" y="837500"/>
            <a:ext cx="10348800" cy="658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53"/>
          <p:cNvSpPr txBox="1">
            <a:spLocks noGrp="1"/>
          </p:cNvSpPr>
          <p:nvPr>
            <p:ph type="body" idx="1"/>
          </p:nvPr>
        </p:nvSpPr>
        <p:spPr>
          <a:xfrm>
            <a:off x="921600" y="1857900"/>
            <a:ext cx="5023200" cy="3890400"/>
          </a:xfrm>
          <a:prstGeom prst="rect">
            <a:avLst/>
          </a:prstGeom>
          <a:noFill/>
          <a:ln>
            <a:noFill/>
          </a:ln>
        </p:spPr>
        <p:txBody>
          <a:bodyPr spcFirstLastPara="1" wrap="square" lIns="91425" tIns="91425" rIns="91425" bIns="91425" anchor="t" anchorCtr="0">
            <a:noAutofit/>
          </a:bodyPr>
          <a:lstStyle>
            <a:lvl1pPr marL="457200" lvl="0" indent="-355600" algn="l">
              <a:lnSpc>
                <a:spcPct val="100000"/>
              </a:lnSpc>
              <a:spcBef>
                <a:spcPts val="800"/>
              </a:spcBef>
              <a:spcAft>
                <a:spcPts val="0"/>
              </a:spcAft>
              <a:buSzPts val="2000"/>
              <a:buChar char="▣"/>
              <a:defRPr sz="2667"/>
            </a:lvl1pPr>
            <a:lvl2pPr marL="914400" lvl="1" indent="-355600" algn="l">
              <a:lnSpc>
                <a:spcPct val="100000"/>
              </a:lnSpc>
              <a:spcBef>
                <a:spcPts val="0"/>
              </a:spcBef>
              <a:spcAft>
                <a:spcPts val="0"/>
              </a:spcAft>
              <a:buSzPts val="2000"/>
              <a:buChar char="□"/>
              <a:defRPr sz="2667"/>
            </a:lvl2pPr>
            <a:lvl3pPr marL="1371600" lvl="2" indent="-355600" algn="l">
              <a:lnSpc>
                <a:spcPct val="100000"/>
              </a:lnSpc>
              <a:spcBef>
                <a:spcPts val="0"/>
              </a:spcBef>
              <a:spcAft>
                <a:spcPts val="0"/>
              </a:spcAft>
              <a:buSzPts val="2000"/>
              <a:buChar char="■"/>
              <a:defRPr sz="2667"/>
            </a:lvl3pPr>
            <a:lvl4pPr marL="1828800" lvl="3" indent="-355600" algn="l">
              <a:lnSpc>
                <a:spcPct val="100000"/>
              </a:lnSpc>
              <a:spcBef>
                <a:spcPts val="0"/>
              </a:spcBef>
              <a:spcAft>
                <a:spcPts val="0"/>
              </a:spcAft>
              <a:buSzPts val="2000"/>
              <a:buChar char="●"/>
              <a:defRPr sz="2667"/>
            </a:lvl4pPr>
            <a:lvl5pPr marL="2286000" lvl="4" indent="-355600" algn="l">
              <a:lnSpc>
                <a:spcPct val="100000"/>
              </a:lnSpc>
              <a:spcBef>
                <a:spcPts val="0"/>
              </a:spcBef>
              <a:spcAft>
                <a:spcPts val="0"/>
              </a:spcAft>
              <a:buSzPts val="2000"/>
              <a:buChar char="○"/>
              <a:defRPr sz="2667"/>
            </a:lvl5pPr>
            <a:lvl6pPr marL="2743200" lvl="5" indent="-355600" algn="l">
              <a:lnSpc>
                <a:spcPct val="100000"/>
              </a:lnSpc>
              <a:spcBef>
                <a:spcPts val="0"/>
              </a:spcBef>
              <a:spcAft>
                <a:spcPts val="0"/>
              </a:spcAft>
              <a:buSzPts val="2000"/>
              <a:buChar char="■"/>
              <a:defRPr sz="2667"/>
            </a:lvl6pPr>
            <a:lvl7pPr marL="3200400" lvl="6" indent="-355600" algn="l">
              <a:lnSpc>
                <a:spcPct val="100000"/>
              </a:lnSpc>
              <a:spcBef>
                <a:spcPts val="0"/>
              </a:spcBef>
              <a:spcAft>
                <a:spcPts val="0"/>
              </a:spcAft>
              <a:buSzPts val="2000"/>
              <a:buChar char="●"/>
              <a:defRPr sz="2667"/>
            </a:lvl7pPr>
            <a:lvl8pPr marL="3657600" lvl="7" indent="-355600" algn="l">
              <a:lnSpc>
                <a:spcPct val="100000"/>
              </a:lnSpc>
              <a:spcBef>
                <a:spcPts val="0"/>
              </a:spcBef>
              <a:spcAft>
                <a:spcPts val="0"/>
              </a:spcAft>
              <a:buSzPts val="2000"/>
              <a:buChar char="○"/>
              <a:defRPr sz="2667"/>
            </a:lvl8pPr>
            <a:lvl9pPr marL="4114800" lvl="8" indent="-355600" algn="l">
              <a:lnSpc>
                <a:spcPct val="100000"/>
              </a:lnSpc>
              <a:spcBef>
                <a:spcPts val="0"/>
              </a:spcBef>
              <a:spcAft>
                <a:spcPts val="0"/>
              </a:spcAft>
              <a:buSzPts val="2000"/>
              <a:buChar char="■"/>
              <a:defRPr sz="2667"/>
            </a:lvl9pPr>
          </a:lstStyle>
          <a:p>
            <a:endParaRPr/>
          </a:p>
        </p:txBody>
      </p:sp>
      <p:sp>
        <p:nvSpPr>
          <p:cNvPr id="28" name="Google Shape;28;p53"/>
          <p:cNvSpPr txBox="1">
            <a:spLocks noGrp="1"/>
          </p:cNvSpPr>
          <p:nvPr>
            <p:ph type="body" idx="2"/>
          </p:nvPr>
        </p:nvSpPr>
        <p:spPr>
          <a:xfrm>
            <a:off x="6247333" y="1857900"/>
            <a:ext cx="5023200" cy="3890400"/>
          </a:xfrm>
          <a:prstGeom prst="rect">
            <a:avLst/>
          </a:prstGeom>
          <a:noFill/>
          <a:ln>
            <a:noFill/>
          </a:ln>
        </p:spPr>
        <p:txBody>
          <a:bodyPr spcFirstLastPara="1" wrap="square" lIns="91425" tIns="91425" rIns="91425" bIns="91425" anchor="t" anchorCtr="0">
            <a:noAutofit/>
          </a:bodyPr>
          <a:lstStyle>
            <a:lvl1pPr marL="457200" lvl="0" indent="-355600" algn="l">
              <a:lnSpc>
                <a:spcPct val="100000"/>
              </a:lnSpc>
              <a:spcBef>
                <a:spcPts val="800"/>
              </a:spcBef>
              <a:spcAft>
                <a:spcPts val="0"/>
              </a:spcAft>
              <a:buSzPts val="2000"/>
              <a:buChar char="▣"/>
              <a:defRPr sz="2667"/>
            </a:lvl1pPr>
            <a:lvl2pPr marL="914400" lvl="1" indent="-355600" algn="l">
              <a:lnSpc>
                <a:spcPct val="100000"/>
              </a:lnSpc>
              <a:spcBef>
                <a:spcPts val="0"/>
              </a:spcBef>
              <a:spcAft>
                <a:spcPts val="0"/>
              </a:spcAft>
              <a:buSzPts val="2000"/>
              <a:buChar char="□"/>
              <a:defRPr sz="2667"/>
            </a:lvl2pPr>
            <a:lvl3pPr marL="1371600" lvl="2" indent="-355600" algn="l">
              <a:lnSpc>
                <a:spcPct val="100000"/>
              </a:lnSpc>
              <a:spcBef>
                <a:spcPts val="0"/>
              </a:spcBef>
              <a:spcAft>
                <a:spcPts val="0"/>
              </a:spcAft>
              <a:buSzPts val="2000"/>
              <a:buChar char="■"/>
              <a:defRPr sz="2667"/>
            </a:lvl3pPr>
            <a:lvl4pPr marL="1828800" lvl="3" indent="-355600" algn="l">
              <a:lnSpc>
                <a:spcPct val="100000"/>
              </a:lnSpc>
              <a:spcBef>
                <a:spcPts val="0"/>
              </a:spcBef>
              <a:spcAft>
                <a:spcPts val="0"/>
              </a:spcAft>
              <a:buSzPts val="2000"/>
              <a:buChar char="●"/>
              <a:defRPr sz="2667"/>
            </a:lvl4pPr>
            <a:lvl5pPr marL="2286000" lvl="4" indent="-355600" algn="l">
              <a:lnSpc>
                <a:spcPct val="100000"/>
              </a:lnSpc>
              <a:spcBef>
                <a:spcPts val="0"/>
              </a:spcBef>
              <a:spcAft>
                <a:spcPts val="0"/>
              </a:spcAft>
              <a:buSzPts val="2000"/>
              <a:buChar char="○"/>
              <a:defRPr sz="2667"/>
            </a:lvl5pPr>
            <a:lvl6pPr marL="2743200" lvl="5" indent="-355600" algn="l">
              <a:lnSpc>
                <a:spcPct val="100000"/>
              </a:lnSpc>
              <a:spcBef>
                <a:spcPts val="0"/>
              </a:spcBef>
              <a:spcAft>
                <a:spcPts val="0"/>
              </a:spcAft>
              <a:buSzPts val="2000"/>
              <a:buChar char="■"/>
              <a:defRPr sz="2667"/>
            </a:lvl6pPr>
            <a:lvl7pPr marL="3200400" lvl="6" indent="-355600" algn="l">
              <a:lnSpc>
                <a:spcPct val="100000"/>
              </a:lnSpc>
              <a:spcBef>
                <a:spcPts val="0"/>
              </a:spcBef>
              <a:spcAft>
                <a:spcPts val="0"/>
              </a:spcAft>
              <a:buSzPts val="2000"/>
              <a:buChar char="●"/>
              <a:defRPr sz="2667"/>
            </a:lvl7pPr>
            <a:lvl8pPr marL="3657600" lvl="7" indent="-355600" algn="l">
              <a:lnSpc>
                <a:spcPct val="100000"/>
              </a:lnSpc>
              <a:spcBef>
                <a:spcPts val="0"/>
              </a:spcBef>
              <a:spcAft>
                <a:spcPts val="0"/>
              </a:spcAft>
              <a:buSzPts val="2000"/>
              <a:buChar char="○"/>
              <a:defRPr sz="2667"/>
            </a:lvl8pPr>
            <a:lvl9pPr marL="4114800" lvl="8" indent="-355600" algn="l">
              <a:lnSpc>
                <a:spcPct val="100000"/>
              </a:lnSpc>
              <a:spcBef>
                <a:spcPts val="0"/>
              </a:spcBef>
              <a:spcAft>
                <a:spcPts val="0"/>
              </a:spcAft>
              <a:buSzPts val="2000"/>
              <a:buChar char="■"/>
              <a:defRPr sz="2667"/>
            </a:lvl9pPr>
          </a:lstStyle>
          <a:p>
            <a:endParaRPr/>
          </a:p>
        </p:txBody>
      </p:sp>
      <p:sp>
        <p:nvSpPr>
          <p:cNvPr id="29" name="Google Shape;29;p53"/>
          <p:cNvSpPr txBox="1">
            <a:spLocks noGrp="1"/>
          </p:cNvSpPr>
          <p:nvPr>
            <p:ph type="sldNum" idx="12"/>
          </p:nvPr>
        </p:nvSpPr>
        <p:spPr>
          <a:xfrm>
            <a:off x="11409033" y="6344577"/>
            <a:ext cx="731600" cy="412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1pPr>
            <a:lvl2pPr marL="0" marR="0" lvl="1"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2pPr>
            <a:lvl3pPr marL="0" marR="0" lvl="2"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3pPr>
            <a:lvl4pPr marL="0" marR="0" lvl="3"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4pPr>
            <a:lvl5pPr marL="0" marR="0" lvl="4"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5pPr>
            <a:lvl6pPr marL="0" marR="0" lvl="5"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6pPr>
            <a:lvl7pPr marL="0" marR="0" lvl="6"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7pPr>
            <a:lvl8pPr marL="0" marR="0" lvl="7"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8pPr>
            <a:lvl9pPr marL="0" marR="0" lvl="8" indent="0" algn="r">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pt-BR"/>
              <a:t>‹nº›</a:t>
            </a:fld>
            <a:endParaRPr/>
          </a:p>
        </p:txBody>
      </p:sp>
    </p:spTree>
    <p:extLst>
      <p:ext uri="{BB962C8B-B14F-4D97-AF65-F5344CB8AC3E}">
        <p14:creationId xmlns:p14="http://schemas.microsoft.com/office/powerpoint/2010/main" val="48570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uias" type="title">
  <p:cSld name="Guias">
    <p:spTree>
      <p:nvGrpSpPr>
        <p:cNvPr id="1" name="Shape 31"/>
        <p:cNvGrpSpPr/>
        <p:nvPr/>
      </p:nvGrpSpPr>
      <p:grpSpPr>
        <a:xfrm>
          <a:off x="0" y="0"/>
          <a:ext cx="0" cy="0"/>
          <a:chOff x="0" y="0"/>
          <a:chExt cx="0" cy="0"/>
        </a:xfrm>
      </p:grpSpPr>
    </p:spTree>
    <p:extLst>
      <p:ext uri="{BB962C8B-B14F-4D97-AF65-F5344CB8AC3E}">
        <p14:creationId xmlns:p14="http://schemas.microsoft.com/office/powerpoint/2010/main" val="40720072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e Conteúdo" type="obj">
  <p:cSld name="Título e Conteúdo">
    <p:spTree>
      <p:nvGrpSpPr>
        <p:cNvPr id="1" name="Shape 32"/>
        <p:cNvGrpSpPr/>
        <p:nvPr/>
      </p:nvGrpSpPr>
      <p:grpSpPr>
        <a:xfrm>
          <a:off x="0" y="0"/>
          <a:ext cx="0" cy="0"/>
          <a:chOff x="0" y="0"/>
          <a:chExt cx="0" cy="0"/>
        </a:xfrm>
      </p:grpSpPr>
      <p:sp>
        <p:nvSpPr>
          <p:cNvPr id="33" name="Google Shape;33;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8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6" name="Google Shape;36;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 name="Google Shape;37;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BR"/>
              <a:t>‹nº›</a:t>
            </a:fld>
            <a:endParaRPr/>
          </a:p>
        </p:txBody>
      </p:sp>
    </p:spTree>
    <p:extLst>
      <p:ext uri="{BB962C8B-B14F-4D97-AF65-F5344CB8AC3E}">
        <p14:creationId xmlns:p14="http://schemas.microsoft.com/office/powerpoint/2010/main" val="7122854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38"/>
        <p:cNvGrpSpPr/>
        <p:nvPr/>
      </p:nvGrpSpPr>
      <p:grpSpPr>
        <a:xfrm>
          <a:off x="0" y="0"/>
          <a:ext cx="0" cy="0"/>
          <a:chOff x="0" y="0"/>
          <a:chExt cx="0" cy="0"/>
        </a:xfrm>
      </p:grpSpPr>
      <p:pic>
        <p:nvPicPr>
          <p:cNvPr id="39" name="Google Shape;39;p48"/>
          <p:cNvPicPr preferRelativeResize="0"/>
          <p:nvPr/>
        </p:nvPicPr>
        <p:blipFill rotWithShape="1">
          <a:blip r:embed="rId2">
            <a:alphaModFix/>
          </a:blip>
          <a:srcRect/>
          <a:stretch/>
        </p:blipFill>
        <p:spPr>
          <a:xfrm>
            <a:off x="-1" y="6688633"/>
            <a:ext cx="12192008" cy="180000"/>
          </a:xfrm>
          <a:prstGeom prst="rect">
            <a:avLst/>
          </a:prstGeom>
          <a:noFill/>
          <a:ln>
            <a:noFill/>
          </a:ln>
        </p:spPr>
      </p:pic>
      <p:pic>
        <p:nvPicPr>
          <p:cNvPr id="40" name="Google Shape;40;p48"/>
          <p:cNvPicPr preferRelativeResize="0"/>
          <p:nvPr/>
        </p:nvPicPr>
        <p:blipFill rotWithShape="1">
          <a:blip r:embed="rId3">
            <a:alphaModFix/>
          </a:blip>
          <a:srcRect/>
          <a:stretch/>
        </p:blipFill>
        <p:spPr>
          <a:xfrm>
            <a:off x="-1" y="1423063"/>
            <a:ext cx="12192000" cy="3470031"/>
          </a:xfrm>
          <a:prstGeom prst="rect">
            <a:avLst/>
          </a:prstGeom>
          <a:noFill/>
          <a:ln>
            <a:noFill/>
          </a:ln>
        </p:spPr>
      </p:pic>
      <p:sp>
        <p:nvSpPr>
          <p:cNvPr id="41" name="Google Shape;41;p48"/>
          <p:cNvSpPr/>
          <p:nvPr/>
        </p:nvSpPr>
        <p:spPr>
          <a:xfrm>
            <a:off x="0" y="1423063"/>
            <a:ext cx="12192000" cy="3470000"/>
          </a:xfrm>
          <a:prstGeom prst="rect">
            <a:avLst/>
          </a:prstGeom>
          <a:gradFill>
            <a:gsLst>
              <a:gs pos="0">
                <a:srgbClr val="2E5980">
                  <a:alpha val="60000"/>
                </a:srgbClr>
              </a:gs>
              <a:gs pos="50000">
                <a:srgbClr val="4481B9">
                  <a:alpha val="80000"/>
                </a:srgbClr>
              </a:gs>
              <a:gs pos="100000">
                <a:srgbClr val="519BDE"/>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21503579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de Título">
  <p:cSld name="Slide de Título">
    <p:spTree>
      <p:nvGrpSpPr>
        <p:cNvPr id="1" name="Shape 42"/>
        <p:cNvGrpSpPr/>
        <p:nvPr/>
      </p:nvGrpSpPr>
      <p:grpSpPr>
        <a:xfrm>
          <a:off x="0" y="0"/>
          <a:ext cx="0" cy="0"/>
          <a:chOff x="0" y="0"/>
          <a:chExt cx="0" cy="0"/>
        </a:xfrm>
      </p:grpSpPr>
      <p:sp>
        <p:nvSpPr>
          <p:cNvPr id="43" name="Google Shape;43;p4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rgbClr val="000000"/>
              </a:buClr>
              <a:buSzPts val="1400"/>
              <a:buFont typeface="Arial"/>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p4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2400"/>
              <a:buFont typeface="Arial"/>
              <a:buNone/>
              <a:defRPr sz="2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p49"/>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 name="Google Shape;46;p49"/>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7" name="Google Shape;47;p4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pt-BR"/>
              <a:t>‹nº›</a:t>
            </a:fld>
            <a:endParaRPr/>
          </a:p>
        </p:txBody>
      </p:sp>
    </p:spTree>
    <p:extLst>
      <p:ext uri="{BB962C8B-B14F-4D97-AF65-F5344CB8AC3E}">
        <p14:creationId xmlns:p14="http://schemas.microsoft.com/office/powerpoint/2010/main" val="30736561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alue Proposition Canvas">
    <p:spTree>
      <p:nvGrpSpPr>
        <p:cNvPr id="1" name=""/>
        <p:cNvGrpSpPr/>
        <p:nvPr/>
      </p:nvGrpSpPr>
      <p:grpSpPr>
        <a:xfrm>
          <a:off x="0" y="0"/>
          <a:ext cx="0" cy="0"/>
          <a:chOff x="0" y="0"/>
          <a:chExt cx="0" cy="0"/>
        </a:xfrm>
      </p:grpSpPr>
      <p:sp>
        <p:nvSpPr>
          <p:cNvPr id="22" name="Text Placeholder 8"/>
          <p:cNvSpPr>
            <a:spLocks noGrp="1"/>
          </p:cNvSpPr>
          <p:nvPr>
            <p:ph type="body" sz="quarter" idx="22"/>
          </p:nvPr>
        </p:nvSpPr>
        <p:spPr>
          <a:xfrm>
            <a:off x="4876800" y="381000"/>
            <a:ext cx="1727200" cy="228600"/>
          </a:xfrm>
          <a:prstGeom prst="rect">
            <a:avLst/>
          </a:prstGeom>
          <a:solidFill>
            <a:srgbClr val="FFFFFF"/>
          </a:solidFill>
          <a:ln>
            <a:noFill/>
          </a:ln>
        </p:spPr>
        <p:txBody>
          <a:bodyPr vert="horz"/>
          <a:lstStyle>
            <a:lvl1pPr marL="0" indent="0">
              <a:buNone/>
              <a:defRPr sz="900" baseline="0"/>
            </a:lvl1pPr>
          </a:lstStyle>
          <a:p>
            <a:pPr lvl="0"/>
            <a:r>
              <a:rPr lang="en-GB"/>
              <a:t>Click to edit Master text styles</a:t>
            </a:r>
          </a:p>
        </p:txBody>
      </p:sp>
      <p:sp>
        <p:nvSpPr>
          <p:cNvPr id="23" name="Text Placeholder 8"/>
          <p:cNvSpPr>
            <a:spLocks noGrp="1"/>
          </p:cNvSpPr>
          <p:nvPr>
            <p:ph type="body" sz="quarter" idx="23"/>
          </p:nvPr>
        </p:nvSpPr>
        <p:spPr>
          <a:xfrm>
            <a:off x="6997170" y="381000"/>
            <a:ext cx="1727200" cy="228600"/>
          </a:xfrm>
          <a:prstGeom prst="rect">
            <a:avLst/>
          </a:prstGeom>
          <a:solidFill>
            <a:srgbClr val="FFFFFF"/>
          </a:solidFill>
          <a:ln>
            <a:noFill/>
          </a:ln>
        </p:spPr>
        <p:txBody>
          <a:bodyPr vert="horz"/>
          <a:lstStyle>
            <a:lvl1pPr marL="0" indent="0">
              <a:buNone/>
              <a:defRPr sz="900"/>
            </a:lvl1pPr>
          </a:lstStyle>
          <a:p>
            <a:pPr lvl="0"/>
            <a:r>
              <a:rPr lang="en-GB"/>
              <a:t>Click to edit Master text styles</a:t>
            </a:r>
          </a:p>
        </p:txBody>
      </p:sp>
      <p:sp>
        <p:nvSpPr>
          <p:cNvPr id="24" name="Text Placeholder 8"/>
          <p:cNvSpPr>
            <a:spLocks noGrp="1"/>
          </p:cNvSpPr>
          <p:nvPr>
            <p:ph type="body" sz="quarter" idx="24"/>
          </p:nvPr>
        </p:nvSpPr>
        <p:spPr>
          <a:xfrm>
            <a:off x="9550400" y="381000"/>
            <a:ext cx="1422400" cy="228600"/>
          </a:xfrm>
          <a:prstGeom prst="rect">
            <a:avLst/>
          </a:prstGeom>
          <a:solidFill>
            <a:srgbClr val="FFFFFF"/>
          </a:solidFill>
          <a:ln>
            <a:noFill/>
          </a:ln>
        </p:spPr>
        <p:txBody>
          <a:bodyPr vert="horz"/>
          <a:lstStyle>
            <a:lvl1pPr marL="0" indent="0">
              <a:buNone/>
              <a:defRPr sz="900"/>
            </a:lvl1pPr>
          </a:lstStyle>
          <a:p>
            <a:pPr lvl="0"/>
            <a:r>
              <a:rPr lang="en-GB"/>
              <a:t>Click to edit Master text styles</a:t>
            </a:r>
          </a:p>
        </p:txBody>
      </p:sp>
      <p:sp>
        <p:nvSpPr>
          <p:cNvPr id="25" name="Text Placeholder 8"/>
          <p:cNvSpPr>
            <a:spLocks noGrp="1"/>
          </p:cNvSpPr>
          <p:nvPr>
            <p:ph type="body" sz="quarter" idx="25"/>
          </p:nvPr>
        </p:nvSpPr>
        <p:spPr>
          <a:xfrm>
            <a:off x="11379200" y="381000"/>
            <a:ext cx="508000" cy="228600"/>
          </a:xfrm>
          <a:prstGeom prst="rect">
            <a:avLst/>
          </a:prstGeom>
          <a:solidFill>
            <a:srgbClr val="FFFFFF"/>
          </a:solidFill>
          <a:ln>
            <a:noFill/>
          </a:ln>
        </p:spPr>
        <p:txBody>
          <a:bodyPr vert="horz"/>
          <a:lstStyle>
            <a:lvl1pPr marL="0" indent="0">
              <a:buNone/>
              <a:defRPr sz="900"/>
            </a:lvl1pPr>
          </a:lstStyle>
          <a:p>
            <a:pPr lvl="0"/>
            <a:r>
              <a:rPr lang="en-GB"/>
              <a:t>Click to edit Master text styles</a:t>
            </a:r>
          </a:p>
        </p:txBody>
      </p:sp>
      <p:sp>
        <p:nvSpPr>
          <p:cNvPr id="36" name="Text Placeholder 35"/>
          <p:cNvSpPr>
            <a:spLocks noGrp="1"/>
          </p:cNvSpPr>
          <p:nvPr>
            <p:ph type="body" sz="quarter" idx="32"/>
          </p:nvPr>
        </p:nvSpPr>
        <p:spPr>
          <a:xfrm>
            <a:off x="503151" y="1524001"/>
            <a:ext cx="2438400" cy="1724025"/>
          </a:xfrm>
          <a:prstGeom prst="rect">
            <a:avLst/>
          </a:prstGeom>
        </p:spPr>
        <p:txBody>
          <a:bodyPr vert="horz"/>
          <a:lstStyle>
            <a:lvl1pPr marL="0" indent="0">
              <a:buNone/>
              <a:defRPr sz="80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37" name="Text Placeholder 35"/>
          <p:cNvSpPr>
            <a:spLocks noGrp="1"/>
          </p:cNvSpPr>
          <p:nvPr>
            <p:ph type="body" sz="quarter" idx="33"/>
          </p:nvPr>
        </p:nvSpPr>
        <p:spPr>
          <a:xfrm>
            <a:off x="503151" y="3746041"/>
            <a:ext cx="2438400" cy="1724025"/>
          </a:xfrm>
          <a:prstGeom prst="rect">
            <a:avLst/>
          </a:prstGeom>
        </p:spPr>
        <p:txBody>
          <a:bodyPr vert="horz"/>
          <a:lstStyle>
            <a:lvl1pPr marL="0" indent="0">
              <a:buNone/>
              <a:defRPr sz="80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39" name="Text Placeholder 35"/>
          <p:cNvSpPr>
            <a:spLocks noGrp="1"/>
          </p:cNvSpPr>
          <p:nvPr>
            <p:ph type="body" sz="quarter" idx="34"/>
          </p:nvPr>
        </p:nvSpPr>
        <p:spPr>
          <a:xfrm>
            <a:off x="3222905" y="1524000"/>
            <a:ext cx="2438400" cy="3946065"/>
          </a:xfrm>
          <a:prstGeom prst="rect">
            <a:avLst/>
          </a:prstGeom>
        </p:spPr>
        <p:txBody>
          <a:bodyPr vert="horz" anchor="ctr"/>
          <a:lstStyle>
            <a:lvl1pPr marL="0" indent="0">
              <a:buNone/>
              <a:defRPr sz="800" baseline="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42" name="Text Placeholder 35"/>
          <p:cNvSpPr>
            <a:spLocks noGrp="1"/>
          </p:cNvSpPr>
          <p:nvPr>
            <p:ph type="body" sz="quarter" idx="35"/>
          </p:nvPr>
        </p:nvSpPr>
        <p:spPr>
          <a:xfrm>
            <a:off x="7221415" y="1676400"/>
            <a:ext cx="2235200" cy="1447800"/>
          </a:xfrm>
          <a:prstGeom prst="rect">
            <a:avLst/>
          </a:prstGeom>
        </p:spPr>
        <p:txBody>
          <a:bodyPr vert="horz"/>
          <a:lstStyle>
            <a:lvl1pPr marL="0" indent="0">
              <a:buNone/>
              <a:defRPr sz="80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43" name="Text Placeholder 35"/>
          <p:cNvSpPr>
            <a:spLocks noGrp="1"/>
          </p:cNvSpPr>
          <p:nvPr>
            <p:ph type="body" sz="quarter" idx="36"/>
          </p:nvPr>
        </p:nvSpPr>
        <p:spPr>
          <a:xfrm>
            <a:off x="7221415" y="3657600"/>
            <a:ext cx="2235200" cy="1600200"/>
          </a:xfrm>
          <a:prstGeom prst="rect">
            <a:avLst/>
          </a:prstGeom>
        </p:spPr>
        <p:txBody>
          <a:bodyPr vert="horz"/>
          <a:lstStyle>
            <a:lvl1pPr marL="0" indent="0">
              <a:buNone/>
              <a:defRPr sz="800" b="0" i="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44" name="Text Placeholder 35"/>
          <p:cNvSpPr>
            <a:spLocks noGrp="1"/>
          </p:cNvSpPr>
          <p:nvPr>
            <p:ph type="body" sz="quarter" idx="37"/>
          </p:nvPr>
        </p:nvSpPr>
        <p:spPr>
          <a:xfrm>
            <a:off x="10069181" y="2410587"/>
            <a:ext cx="1500554" cy="2057400"/>
          </a:xfrm>
          <a:prstGeom prst="rect">
            <a:avLst/>
          </a:prstGeom>
        </p:spPr>
        <p:txBody>
          <a:bodyPr vert="horz" anchor="ctr"/>
          <a:lstStyle>
            <a:lvl1pPr marL="0" indent="0">
              <a:buNone/>
              <a:defRPr sz="800" b="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45" name="Text Placeholder 35"/>
          <p:cNvSpPr>
            <a:spLocks noGrp="1"/>
          </p:cNvSpPr>
          <p:nvPr>
            <p:ph type="body" sz="quarter" idx="38"/>
          </p:nvPr>
        </p:nvSpPr>
        <p:spPr>
          <a:xfrm>
            <a:off x="7315200" y="5715001"/>
            <a:ext cx="4314092" cy="579755"/>
          </a:xfrm>
          <a:prstGeom prst="rect">
            <a:avLst/>
          </a:prstGeom>
        </p:spPr>
        <p:txBody>
          <a:bodyPr vert="horz"/>
          <a:lstStyle>
            <a:lvl1pPr marL="0" indent="0">
              <a:buNone/>
              <a:defRPr sz="800" b="0" i="0" baseline="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46" name="Text Placeholder 35"/>
          <p:cNvSpPr>
            <a:spLocks noGrp="1"/>
          </p:cNvSpPr>
          <p:nvPr>
            <p:ph type="body" sz="quarter" idx="39"/>
          </p:nvPr>
        </p:nvSpPr>
        <p:spPr>
          <a:xfrm>
            <a:off x="503151" y="6066155"/>
            <a:ext cx="2438400" cy="228600"/>
          </a:xfrm>
          <a:prstGeom prst="rect">
            <a:avLst/>
          </a:prstGeom>
        </p:spPr>
        <p:txBody>
          <a:bodyPr vert="horz"/>
          <a:lstStyle>
            <a:lvl1pPr marL="0" indent="0">
              <a:buNone/>
              <a:defRPr sz="80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
        <p:nvSpPr>
          <p:cNvPr id="48" name="Text Placeholder 35"/>
          <p:cNvSpPr>
            <a:spLocks noGrp="1"/>
          </p:cNvSpPr>
          <p:nvPr>
            <p:ph type="body" sz="quarter" idx="40"/>
          </p:nvPr>
        </p:nvSpPr>
        <p:spPr>
          <a:xfrm>
            <a:off x="3222905" y="6066155"/>
            <a:ext cx="2438400" cy="228600"/>
          </a:xfrm>
          <a:prstGeom prst="rect">
            <a:avLst/>
          </a:prstGeom>
        </p:spPr>
        <p:txBody>
          <a:bodyPr vert="horz"/>
          <a:lstStyle>
            <a:lvl1pPr marL="0" indent="0">
              <a:buNone/>
              <a:defRPr sz="800">
                <a:solidFill>
                  <a:schemeClr val="tx2">
                    <a:lumMod val="50000"/>
                    <a:lumOff val="50000"/>
                  </a:schemeClr>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GB"/>
              <a:t>Click to edit Master text styles</a:t>
            </a:r>
          </a:p>
        </p:txBody>
      </p:sp>
    </p:spTree>
    <p:extLst>
      <p:ext uri="{BB962C8B-B14F-4D97-AF65-F5344CB8AC3E}">
        <p14:creationId xmlns:p14="http://schemas.microsoft.com/office/powerpoint/2010/main" val="4069504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4.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5.xml"/><Relationship Id="rId1" Type="http://schemas.openxmlformats.org/officeDocument/2006/relationships/slideLayout" Target="../slideLayouts/slideLayout20.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5B6F758-FB29-470A-93FD-8939D0E511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533B29E2-5C2D-41D6-978F-3F0E92D62E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BC2A144-BE7A-446A-890E-524F87C31A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9B9BC6-059E-4C26-A842-8CE0282BB18A}" type="datetimeFigureOut">
              <a:rPr lang="pt-BR" smtClean="0"/>
              <a:t>15/03/2023</a:t>
            </a:fld>
            <a:endParaRPr lang="pt-BR"/>
          </a:p>
        </p:txBody>
      </p:sp>
      <p:sp>
        <p:nvSpPr>
          <p:cNvPr id="5" name="Espaço Reservado para Rodapé 4">
            <a:extLst>
              <a:ext uri="{FF2B5EF4-FFF2-40B4-BE49-F238E27FC236}">
                <a16:creationId xmlns:a16="http://schemas.microsoft.com/office/drawing/2014/main" id="{70151596-77E1-42A3-AB8F-A7DBBFC8C2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A065ACA-F4DA-485B-83C3-F6FB33965C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2E8E7-C17A-4315-AA4E-AEC32E1D0535}" type="slidenum">
              <a:rPr lang="pt-BR" smtClean="0"/>
              <a:t>‹nº›</a:t>
            </a:fld>
            <a:endParaRPr lang="pt-BR"/>
          </a:p>
        </p:txBody>
      </p:sp>
    </p:spTree>
    <p:extLst>
      <p:ext uri="{BB962C8B-B14F-4D97-AF65-F5344CB8AC3E}">
        <p14:creationId xmlns:p14="http://schemas.microsoft.com/office/powerpoint/2010/main" val="3903505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3067677650"/>
      </p:ext>
    </p:extLst>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921600" y="837500"/>
            <a:ext cx="10348800" cy="6580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endParaRPr/>
          </a:p>
        </p:txBody>
      </p:sp>
      <p:sp>
        <p:nvSpPr>
          <p:cNvPr id="11" name="Google Shape;11;p43"/>
          <p:cNvSpPr txBox="1">
            <a:spLocks noGrp="1"/>
          </p:cNvSpPr>
          <p:nvPr>
            <p:ph type="body" idx="1"/>
          </p:nvPr>
        </p:nvSpPr>
        <p:spPr>
          <a:xfrm>
            <a:off x="921600" y="2014800"/>
            <a:ext cx="10348800" cy="3825200"/>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600"/>
              </a:spcBef>
              <a:spcAft>
                <a:spcPts val="0"/>
              </a:spcAft>
              <a:buClr>
                <a:schemeClr val="accent2"/>
              </a:buClr>
              <a:buSzPts val="2400"/>
              <a:buFont typeface="Montserrat"/>
              <a:buChar char="▣"/>
              <a:defRPr sz="2400" b="0" i="0" u="none" strike="noStrike" cap="none">
                <a:solidFill>
                  <a:schemeClr val="dk1"/>
                </a:solidFill>
                <a:latin typeface="Montserrat"/>
                <a:ea typeface="Montserrat"/>
                <a:cs typeface="Montserrat"/>
                <a:sym typeface="Montserrat"/>
              </a:defRPr>
            </a:lvl1pPr>
            <a:lvl2pPr marL="914400" marR="0" lvl="1" indent="-381000" algn="l" rtl="0">
              <a:lnSpc>
                <a:spcPct val="100000"/>
              </a:lnSpc>
              <a:spcBef>
                <a:spcPts val="0"/>
              </a:spcBef>
              <a:spcAft>
                <a:spcPts val="0"/>
              </a:spcAft>
              <a:buClr>
                <a:schemeClr val="accent2"/>
              </a:buClr>
              <a:buSzPts val="2400"/>
              <a:buFont typeface="Montserrat"/>
              <a:buChar char="□"/>
              <a:defRPr sz="2400" b="0" i="0" u="none" strike="noStrike" cap="none">
                <a:solidFill>
                  <a:schemeClr val="dk1"/>
                </a:solidFill>
                <a:latin typeface="Montserrat"/>
                <a:ea typeface="Montserrat"/>
                <a:cs typeface="Montserrat"/>
                <a:sym typeface="Montserrat"/>
              </a:defRPr>
            </a:lvl2pPr>
            <a:lvl3pPr marL="1371600" marR="0" lvl="2" indent="-381000" algn="l" rtl="0">
              <a:lnSpc>
                <a:spcPct val="100000"/>
              </a:lnSpc>
              <a:spcBef>
                <a:spcPts val="0"/>
              </a:spcBef>
              <a:spcAft>
                <a:spcPts val="0"/>
              </a:spcAft>
              <a:buClr>
                <a:schemeClr val="accent2"/>
              </a:buClr>
              <a:buSzPts val="2400"/>
              <a:buFont typeface="Montserrat"/>
              <a:buChar char="■"/>
              <a:defRPr sz="2400" b="0" i="0" u="none" strike="noStrike" cap="none">
                <a:solidFill>
                  <a:schemeClr val="dk1"/>
                </a:solidFill>
                <a:latin typeface="Montserrat"/>
                <a:ea typeface="Montserrat"/>
                <a:cs typeface="Montserrat"/>
                <a:sym typeface="Montserrat"/>
              </a:defRPr>
            </a:lvl3pPr>
            <a:lvl4pPr marL="1828800" marR="0" lvl="3" indent="-381000" algn="l" rtl="0">
              <a:lnSpc>
                <a:spcPct val="100000"/>
              </a:lnSpc>
              <a:spcBef>
                <a:spcPts val="0"/>
              </a:spcBef>
              <a:spcAft>
                <a:spcPts val="0"/>
              </a:spcAft>
              <a:buClr>
                <a:schemeClr val="dk1"/>
              </a:buClr>
              <a:buSzPts val="2400"/>
              <a:buFont typeface="Montserrat"/>
              <a:buChar char="●"/>
              <a:defRPr sz="2400" b="0" i="0" u="none" strike="noStrike" cap="none">
                <a:solidFill>
                  <a:schemeClr val="dk1"/>
                </a:solidFill>
                <a:latin typeface="Montserrat"/>
                <a:ea typeface="Montserrat"/>
                <a:cs typeface="Montserrat"/>
                <a:sym typeface="Montserrat"/>
              </a:defRPr>
            </a:lvl4pPr>
            <a:lvl5pPr marL="2286000" marR="0" lvl="4" indent="-381000" algn="l" rtl="0">
              <a:lnSpc>
                <a:spcPct val="100000"/>
              </a:lnSpc>
              <a:spcBef>
                <a:spcPts val="0"/>
              </a:spcBef>
              <a:spcAft>
                <a:spcPts val="0"/>
              </a:spcAft>
              <a:buClr>
                <a:schemeClr val="dk1"/>
              </a:buClr>
              <a:buSzPts val="2400"/>
              <a:buFont typeface="Montserrat"/>
              <a:buChar char="○"/>
              <a:defRPr sz="2400" b="0" i="0" u="none" strike="noStrike" cap="none">
                <a:solidFill>
                  <a:schemeClr val="dk1"/>
                </a:solidFill>
                <a:latin typeface="Montserrat"/>
                <a:ea typeface="Montserrat"/>
                <a:cs typeface="Montserrat"/>
                <a:sym typeface="Montserrat"/>
              </a:defRPr>
            </a:lvl5pPr>
            <a:lvl6pPr marL="2743200" marR="0" lvl="5" indent="-381000" algn="l" rtl="0">
              <a:lnSpc>
                <a:spcPct val="100000"/>
              </a:lnSpc>
              <a:spcBef>
                <a:spcPts val="0"/>
              </a:spcBef>
              <a:spcAft>
                <a:spcPts val="0"/>
              </a:spcAft>
              <a:buClr>
                <a:schemeClr val="dk1"/>
              </a:buClr>
              <a:buSzPts val="2400"/>
              <a:buFont typeface="Montserrat"/>
              <a:buChar char="■"/>
              <a:defRPr sz="2400" b="0" i="0" u="none" strike="noStrike" cap="none">
                <a:solidFill>
                  <a:schemeClr val="dk1"/>
                </a:solidFill>
                <a:latin typeface="Montserrat"/>
                <a:ea typeface="Montserrat"/>
                <a:cs typeface="Montserrat"/>
                <a:sym typeface="Montserrat"/>
              </a:defRPr>
            </a:lvl6pPr>
            <a:lvl7pPr marL="3200400" marR="0" lvl="6" indent="-381000" algn="l" rtl="0">
              <a:lnSpc>
                <a:spcPct val="100000"/>
              </a:lnSpc>
              <a:spcBef>
                <a:spcPts val="0"/>
              </a:spcBef>
              <a:spcAft>
                <a:spcPts val="0"/>
              </a:spcAft>
              <a:buClr>
                <a:schemeClr val="dk1"/>
              </a:buClr>
              <a:buSzPts val="2400"/>
              <a:buFont typeface="Montserrat"/>
              <a:buChar char="●"/>
              <a:defRPr sz="2400" b="0" i="0" u="none" strike="noStrike" cap="none">
                <a:solidFill>
                  <a:schemeClr val="dk1"/>
                </a:solidFill>
                <a:latin typeface="Montserrat"/>
                <a:ea typeface="Montserrat"/>
                <a:cs typeface="Montserrat"/>
                <a:sym typeface="Montserrat"/>
              </a:defRPr>
            </a:lvl7pPr>
            <a:lvl8pPr marL="3657600" marR="0" lvl="7" indent="-381000" algn="l" rtl="0">
              <a:lnSpc>
                <a:spcPct val="100000"/>
              </a:lnSpc>
              <a:spcBef>
                <a:spcPts val="0"/>
              </a:spcBef>
              <a:spcAft>
                <a:spcPts val="0"/>
              </a:spcAft>
              <a:buClr>
                <a:schemeClr val="dk1"/>
              </a:buClr>
              <a:buSzPts val="2400"/>
              <a:buFont typeface="Montserrat"/>
              <a:buChar char="○"/>
              <a:defRPr sz="2400" b="0" i="0" u="none" strike="noStrike" cap="none">
                <a:solidFill>
                  <a:schemeClr val="dk1"/>
                </a:solidFill>
                <a:latin typeface="Montserrat"/>
                <a:ea typeface="Montserrat"/>
                <a:cs typeface="Montserrat"/>
                <a:sym typeface="Montserrat"/>
              </a:defRPr>
            </a:lvl8pPr>
            <a:lvl9pPr marL="4114800" marR="0" lvl="8" indent="-381000" algn="l" rtl="0">
              <a:lnSpc>
                <a:spcPct val="100000"/>
              </a:lnSpc>
              <a:spcBef>
                <a:spcPts val="0"/>
              </a:spcBef>
              <a:spcAft>
                <a:spcPts val="0"/>
              </a:spcAft>
              <a:buClr>
                <a:schemeClr val="dk1"/>
              </a:buClr>
              <a:buSzPts val="2400"/>
              <a:buFont typeface="Montserrat"/>
              <a:buChar char="■"/>
              <a:defRPr sz="2400" b="0" i="0" u="none" strike="noStrike" cap="none">
                <a:solidFill>
                  <a:schemeClr val="dk1"/>
                </a:solidFill>
                <a:latin typeface="Montserrat"/>
                <a:ea typeface="Montserrat"/>
                <a:cs typeface="Montserrat"/>
                <a:sym typeface="Montserrat"/>
              </a:defRPr>
            </a:lvl9pPr>
          </a:lstStyle>
          <a:p>
            <a:endParaRPr/>
          </a:p>
        </p:txBody>
      </p:sp>
      <p:sp>
        <p:nvSpPr>
          <p:cNvPr id="12" name="Google Shape;12;p43"/>
          <p:cNvSpPr txBox="1">
            <a:spLocks noGrp="1"/>
          </p:cNvSpPr>
          <p:nvPr>
            <p:ph type="sldNum" idx="12"/>
          </p:nvPr>
        </p:nvSpPr>
        <p:spPr>
          <a:xfrm>
            <a:off x="11409033" y="6344577"/>
            <a:ext cx="731600" cy="4120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1pPr>
            <a:lvl2pPr marL="0" marR="0" lvl="1"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2pPr>
            <a:lvl3pPr marL="0" marR="0" lvl="2"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3pPr>
            <a:lvl4pPr marL="0" marR="0" lvl="3"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4pPr>
            <a:lvl5pPr marL="0" marR="0" lvl="4"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5pPr>
            <a:lvl6pPr marL="0" marR="0" lvl="5"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6pPr>
            <a:lvl7pPr marL="0" marR="0" lvl="6"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7pPr>
            <a:lvl8pPr marL="0" marR="0" lvl="7"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8pPr>
            <a:lvl9pPr marL="0" marR="0" lvl="8" indent="0" algn="r" rtl="0">
              <a:lnSpc>
                <a:spcPct val="100000"/>
              </a:lnSpc>
              <a:spcBef>
                <a:spcPts val="0"/>
              </a:spcBef>
              <a:spcAft>
                <a:spcPts val="0"/>
              </a:spcAft>
              <a:buClr>
                <a:schemeClr val="accent1"/>
              </a:buClr>
              <a:buSzPts val="1600"/>
              <a:buFont typeface="Montserrat"/>
              <a:buNone/>
              <a:defRPr sz="1600" b="1" i="0" u="none" strike="noStrike" cap="none">
                <a:solidFill>
                  <a:schemeClr val="accen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pt-BR"/>
              <a:t>‹nº›</a:t>
            </a:fld>
            <a:endParaRPr/>
          </a:p>
        </p:txBody>
      </p:sp>
      <p:pic>
        <p:nvPicPr>
          <p:cNvPr id="13" name="Google Shape;13;p43"/>
          <p:cNvPicPr preferRelativeResize="0"/>
          <p:nvPr/>
        </p:nvPicPr>
        <p:blipFill rotWithShape="1">
          <a:blip r:embed="rId5">
            <a:alphaModFix/>
          </a:blip>
          <a:srcRect/>
          <a:stretch/>
        </p:blipFill>
        <p:spPr>
          <a:xfrm>
            <a:off x="10371510" y="213993"/>
            <a:ext cx="1329476" cy="363857"/>
          </a:xfrm>
          <a:prstGeom prst="rect">
            <a:avLst/>
          </a:prstGeom>
          <a:noFill/>
          <a:ln>
            <a:noFill/>
          </a:ln>
        </p:spPr>
      </p:pic>
    </p:spTree>
    <p:extLst>
      <p:ext uri="{BB962C8B-B14F-4D97-AF65-F5344CB8AC3E}">
        <p14:creationId xmlns:p14="http://schemas.microsoft.com/office/powerpoint/2010/main" val="2472094687"/>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Shape 30"/>
        <p:cNvGrpSpPr/>
        <p:nvPr/>
      </p:nvGrpSpPr>
      <p:grpSpPr>
        <a:xfrm>
          <a:off x="0" y="0"/>
          <a:ext cx="0" cy="0"/>
          <a:chOff x="0" y="0"/>
          <a:chExt cx="0" cy="0"/>
        </a:xfrm>
      </p:grpSpPr>
    </p:spTree>
    <p:extLst>
      <p:ext uri="{BB962C8B-B14F-4D97-AF65-F5344CB8AC3E}">
        <p14:creationId xmlns:p14="http://schemas.microsoft.com/office/powerpoint/2010/main" val="4116863384"/>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15:clr>
            <a:srgbClr val="EA4335"/>
          </p15:clr>
        </p15:guide>
        <p15:guide id="2">
          <p15:clr>
            <a:srgbClr val="EA4335"/>
          </p15:clr>
        </p15:guide>
        <p15:guide id="3" pos="355">
          <p15:clr>
            <a:srgbClr val="EA4335"/>
          </p15:clr>
        </p15:guide>
        <p15:guide id="4" pos="476">
          <p15:clr>
            <a:srgbClr val="EA4335"/>
          </p15:clr>
        </p15:guide>
        <p15:guide id="5" pos="715">
          <p15:clr>
            <a:srgbClr val="EA4335"/>
          </p15:clr>
        </p15:guide>
        <p15:guide id="6" pos="836">
          <p15:clr>
            <a:srgbClr val="EA4335"/>
          </p15:clr>
        </p15:guide>
        <p15:guide id="7" pos="1076">
          <p15:clr>
            <a:srgbClr val="EA4335"/>
          </p15:clr>
        </p15:guide>
        <p15:guide id="8" pos="1197">
          <p15:clr>
            <a:srgbClr val="EA4335"/>
          </p15:clr>
        </p15:guide>
        <p15:guide id="9" pos="1436">
          <p15:clr>
            <a:srgbClr val="EA4335"/>
          </p15:clr>
        </p15:guide>
        <p15:guide id="10" pos="1557">
          <p15:clr>
            <a:srgbClr val="EA4335"/>
          </p15:clr>
        </p15:guide>
        <p15:guide id="11" pos="1797">
          <p15:clr>
            <a:srgbClr val="EA4335"/>
          </p15:clr>
        </p15:guide>
        <p15:guide id="12" pos="1918">
          <p15:clr>
            <a:srgbClr val="EA4335"/>
          </p15:clr>
        </p15:guide>
        <p15:guide id="13" pos="2157">
          <p15:clr>
            <a:srgbClr val="EA4335"/>
          </p15:clr>
        </p15:guide>
        <p15:guide id="14" pos="2278">
          <p15:clr>
            <a:srgbClr val="EA4335"/>
          </p15:clr>
        </p15:guide>
        <p15:guide id="15" pos="2518">
          <p15:clr>
            <a:srgbClr val="EA4335"/>
          </p15:clr>
        </p15:guide>
        <p15:guide id="16" pos="2639">
          <p15:clr>
            <a:srgbClr val="EA4335"/>
          </p15:clr>
        </p15:guide>
        <p15:guide id="17" pos="2878">
          <p15:clr>
            <a:srgbClr val="EA4335"/>
          </p15:clr>
        </p15:guide>
        <p15:guide id="18" pos="2999">
          <p15:clr>
            <a:srgbClr val="EA4335"/>
          </p15:clr>
        </p15:guide>
        <p15:guide id="19" pos="3239">
          <p15:clr>
            <a:srgbClr val="EA4335"/>
          </p15:clr>
        </p15:guide>
        <p15:guide id="20" pos="3360">
          <p15:clr>
            <a:srgbClr val="EA4335"/>
          </p15:clr>
        </p15:guide>
        <p15:guide id="21" pos="3599">
          <p15:clr>
            <a:srgbClr val="EA4335"/>
          </p15:clr>
        </p15:guide>
        <p15:guide id="22" pos="3720">
          <p15:clr>
            <a:srgbClr val="EA4335"/>
          </p15:clr>
        </p15:guide>
        <p15:guide id="23" pos="3960">
          <p15:clr>
            <a:srgbClr val="EA4335"/>
          </p15:clr>
        </p15:guide>
        <p15:guide id="24" pos="4081">
          <p15:clr>
            <a:srgbClr val="EA4335"/>
          </p15:clr>
        </p15:guide>
        <p15:guide id="25" pos="4320">
          <p15:clr>
            <a:srgbClr val="EA4335"/>
          </p15:clr>
        </p15:guide>
        <p15:guide id="26" pos="4441">
          <p15:clr>
            <a:srgbClr val="EA4335"/>
          </p15:clr>
        </p15:guide>
        <p15:guide id="27" pos="4681">
          <p15:clr>
            <a:srgbClr val="EA4335"/>
          </p15:clr>
        </p15:guide>
        <p15:guide id="28" pos="4802">
          <p15:clr>
            <a:srgbClr val="EA4335"/>
          </p15:clr>
        </p15:guide>
        <p15:guide id="29" pos="5041">
          <p15:clr>
            <a:srgbClr val="EA4335"/>
          </p15:clr>
        </p15:guide>
        <p15:guide id="30" pos="5162">
          <p15:clr>
            <a:srgbClr val="EA4335"/>
          </p15:clr>
        </p15:guide>
        <p15:guide id="31" pos="5402">
          <p15:clr>
            <a:srgbClr val="EA4335"/>
          </p15:clr>
        </p15:guide>
        <p15:guide id="32" pos="5523">
          <p15:clr>
            <a:srgbClr val="EA4335"/>
          </p15:clr>
        </p15:guide>
        <p15:guide id="33" pos="5762">
          <p15:clr>
            <a:srgbClr val="EA4335"/>
          </p15:clr>
        </p15:guide>
        <p15:guide id="34" pos="5883">
          <p15:clr>
            <a:srgbClr val="EA4335"/>
          </p15:clr>
        </p15:guide>
        <p15:guide id="35" pos="6123">
          <p15:clr>
            <a:srgbClr val="EA4335"/>
          </p15:clr>
        </p15:guide>
        <p15:guide id="36" pos="6483">
          <p15:clr>
            <a:srgbClr val="EA4335"/>
          </p15:clr>
        </p15:guide>
        <p15:guide id="37" pos="6244">
          <p15:clr>
            <a:srgbClr val="EA4335"/>
          </p15:clr>
        </p15:guide>
        <p15:guide id="38" pos="6604">
          <p15:clr>
            <a:srgbClr val="EA4335"/>
          </p15:clr>
        </p15:guide>
        <p15:guide id="39" pos="6844">
          <p15:clr>
            <a:srgbClr val="EA4335"/>
          </p15:clr>
        </p15:guide>
        <p15:guide id="40" pos="6965">
          <p15:clr>
            <a:srgbClr val="EA4335"/>
          </p15:clr>
        </p15:guide>
        <p15:guide id="41" pos="7204">
          <p15:clr>
            <a:srgbClr val="EA4335"/>
          </p15:clr>
        </p15:guide>
        <p15:guide id="42" pos="7325">
          <p15:clr>
            <a:srgbClr val="EA4335"/>
          </p15:clr>
        </p15:guide>
        <p15:guide id="43" orient="horz" pos="2160">
          <p15:clr>
            <a:schemeClr val="dk1"/>
          </p15:clr>
        </p15:guide>
        <p15:guide id="44" orient="horz" pos="4320">
          <p15:clr>
            <a:srgbClr val="EA4335"/>
          </p15:clr>
        </p15:guide>
        <p15:guide id="45" orient="horz" pos="4078">
          <p15:clr>
            <a:srgbClr val="000000"/>
          </p15:clr>
        </p15:guide>
        <p15:guide id="46" pos="236">
          <p15:clr>
            <a:schemeClr val="dk1"/>
          </p15:clr>
        </p15:guide>
        <p15:guide id="47" pos="7444">
          <p15:clr>
            <a:schemeClr val="dk1"/>
          </p15:clr>
        </p15:guide>
        <p15:guide id="48" orient="horz" pos="242">
          <p15:clr>
            <a:schemeClr val="dk1"/>
          </p15:clr>
        </p15:guide>
        <p15:guide id="49" pos="3840">
          <p15:clr>
            <a:schemeClr val="dk1"/>
          </p15:clr>
        </p15:guide>
        <p15:guide id="50" pos="7680">
          <p15:clr>
            <a:srgbClr val="EA4335"/>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6FC2F101-715E-6705-289C-2FEABDF42290}"/>
              </a:ext>
            </a:extLst>
          </p:cNvPr>
          <p:cNvSpPr/>
          <p:nvPr userDrawn="1"/>
        </p:nvSpPr>
        <p:spPr>
          <a:xfrm>
            <a:off x="328246" y="762000"/>
            <a:ext cx="11551138" cy="5638800"/>
          </a:xfrm>
          <a:prstGeom prst="rect">
            <a:avLst/>
          </a:prstGeom>
          <a:solidFill>
            <a:srgbClr val="FFFFFF"/>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dirty="0"/>
          </a:p>
        </p:txBody>
      </p:sp>
      <p:sp>
        <p:nvSpPr>
          <p:cNvPr id="1027" name="TextBox 6">
            <a:extLst>
              <a:ext uri="{FF2B5EF4-FFF2-40B4-BE49-F238E27FC236}">
                <a16:creationId xmlns:a16="http://schemas.microsoft.com/office/drawing/2014/main" id="{DCCF166E-1233-A54E-734D-830396EC28B4}"/>
              </a:ext>
            </a:extLst>
          </p:cNvPr>
          <p:cNvSpPr txBox="1">
            <a:spLocks noChangeArrowheads="1"/>
          </p:cNvSpPr>
          <p:nvPr userDrawn="1"/>
        </p:nvSpPr>
        <p:spPr bwMode="auto">
          <a:xfrm>
            <a:off x="304800" y="304800"/>
            <a:ext cx="3634154" cy="338138"/>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600" b="1">
                <a:latin typeface="Arial" charset="0"/>
                <a:cs typeface="Arial" charset="0"/>
              </a:rPr>
              <a:t>Value Proposition Canvas</a:t>
            </a:r>
          </a:p>
        </p:txBody>
      </p:sp>
      <p:sp>
        <p:nvSpPr>
          <p:cNvPr id="1028" name="TextBox 7">
            <a:extLst>
              <a:ext uri="{FF2B5EF4-FFF2-40B4-BE49-F238E27FC236}">
                <a16:creationId xmlns:a16="http://schemas.microsoft.com/office/drawing/2014/main" id="{DABBC6A0-24FA-77BF-43D8-9A4E7FADD403}"/>
              </a:ext>
            </a:extLst>
          </p:cNvPr>
          <p:cNvSpPr txBox="1">
            <a:spLocks noChangeArrowheads="1"/>
          </p:cNvSpPr>
          <p:nvPr userDrawn="1"/>
        </p:nvSpPr>
        <p:spPr bwMode="auto">
          <a:xfrm>
            <a:off x="4751754" y="184151"/>
            <a:ext cx="1727200" cy="200025"/>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a:latin typeface="Arial" charset="0"/>
                <a:cs typeface="Arial" charset="0"/>
              </a:rPr>
              <a:t>Designed for:</a:t>
            </a:r>
          </a:p>
        </p:txBody>
      </p:sp>
      <p:sp>
        <p:nvSpPr>
          <p:cNvPr id="1029" name="TextBox 8">
            <a:extLst>
              <a:ext uri="{FF2B5EF4-FFF2-40B4-BE49-F238E27FC236}">
                <a16:creationId xmlns:a16="http://schemas.microsoft.com/office/drawing/2014/main" id="{23D592E9-B220-83F8-8B32-D3CE3D87F92D}"/>
              </a:ext>
            </a:extLst>
          </p:cNvPr>
          <p:cNvSpPr txBox="1">
            <a:spLocks noChangeArrowheads="1"/>
          </p:cNvSpPr>
          <p:nvPr userDrawn="1"/>
        </p:nvSpPr>
        <p:spPr bwMode="auto">
          <a:xfrm>
            <a:off x="6875585" y="180976"/>
            <a:ext cx="1727200" cy="200025"/>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a:latin typeface="Arial" charset="0"/>
                <a:cs typeface="Arial" charset="0"/>
              </a:rPr>
              <a:t>Designed by:</a:t>
            </a:r>
          </a:p>
        </p:txBody>
      </p:sp>
      <p:sp>
        <p:nvSpPr>
          <p:cNvPr id="1030" name="TextBox 9">
            <a:extLst>
              <a:ext uri="{FF2B5EF4-FFF2-40B4-BE49-F238E27FC236}">
                <a16:creationId xmlns:a16="http://schemas.microsoft.com/office/drawing/2014/main" id="{EB82FD22-04B6-C631-9735-67310F4A663B}"/>
              </a:ext>
            </a:extLst>
          </p:cNvPr>
          <p:cNvSpPr txBox="1">
            <a:spLocks noChangeArrowheads="1"/>
          </p:cNvSpPr>
          <p:nvPr userDrawn="1"/>
        </p:nvSpPr>
        <p:spPr bwMode="auto">
          <a:xfrm>
            <a:off x="9433169" y="180975"/>
            <a:ext cx="1494693" cy="203200"/>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a:latin typeface="Arial" charset="0"/>
                <a:cs typeface="Arial" charset="0"/>
              </a:rPr>
              <a:t>Date:</a:t>
            </a:r>
          </a:p>
        </p:txBody>
      </p:sp>
      <p:sp>
        <p:nvSpPr>
          <p:cNvPr id="1031" name="TextBox 10">
            <a:extLst>
              <a:ext uri="{FF2B5EF4-FFF2-40B4-BE49-F238E27FC236}">
                <a16:creationId xmlns:a16="http://schemas.microsoft.com/office/drawing/2014/main" id="{7E27DA62-A4EF-8C47-E117-C6CBA6106E29}"/>
              </a:ext>
            </a:extLst>
          </p:cNvPr>
          <p:cNvSpPr txBox="1">
            <a:spLocks noChangeArrowheads="1"/>
          </p:cNvSpPr>
          <p:nvPr userDrawn="1"/>
        </p:nvSpPr>
        <p:spPr bwMode="auto">
          <a:xfrm>
            <a:off x="11252201" y="180976"/>
            <a:ext cx="763953" cy="200025"/>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700" i="1">
                <a:latin typeface="Arial" charset="0"/>
                <a:cs typeface="Arial" charset="0"/>
              </a:rPr>
              <a:t>Version:</a:t>
            </a:r>
          </a:p>
        </p:txBody>
      </p:sp>
      <p:sp>
        <p:nvSpPr>
          <p:cNvPr id="32" name="Rectangle 31">
            <a:extLst>
              <a:ext uri="{FF2B5EF4-FFF2-40B4-BE49-F238E27FC236}">
                <a16:creationId xmlns:a16="http://schemas.microsoft.com/office/drawing/2014/main" id="{A9F98984-1D68-DBA6-3EF7-92F806388873}"/>
              </a:ext>
            </a:extLst>
          </p:cNvPr>
          <p:cNvSpPr/>
          <p:nvPr userDrawn="1"/>
        </p:nvSpPr>
        <p:spPr>
          <a:xfrm>
            <a:off x="414215" y="5715001"/>
            <a:ext cx="5423877" cy="627063"/>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dirty="0"/>
          </a:p>
        </p:txBody>
      </p:sp>
      <p:sp>
        <p:nvSpPr>
          <p:cNvPr id="33" name="Rectangle 32">
            <a:extLst>
              <a:ext uri="{FF2B5EF4-FFF2-40B4-BE49-F238E27FC236}">
                <a16:creationId xmlns:a16="http://schemas.microsoft.com/office/drawing/2014/main" id="{4D83F821-5671-A4E5-C3D5-5397EC378CB7}"/>
              </a:ext>
            </a:extLst>
          </p:cNvPr>
          <p:cNvSpPr/>
          <p:nvPr userDrawn="1"/>
        </p:nvSpPr>
        <p:spPr>
          <a:xfrm>
            <a:off x="6283570" y="5715001"/>
            <a:ext cx="5492262" cy="627063"/>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dirty="0"/>
          </a:p>
        </p:txBody>
      </p:sp>
      <p:grpSp>
        <p:nvGrpSpPr>
          <p:cNvPr id="1034" name="Group 3">
            <a:extLst>
              <a:ext uri="{FF2B5EF4-FFF2-40B4-BE49-F238E27FC236}">
                <a16:creationId xmlns:a16="http://schemas.microsoft.com/office/drawing/2014/main" id="{4D179699-56EF-F666-0648-48BD356106D0}"/>
              </a:ext>
            </a:extLst>
          </p:cNvPr>
          <p:cNvGrpSpPr>
            <a:grpSpLocks/>
          </p:cNvGrpSpPr>
          <p:nvPr userDrawn="1"/>
        </p:nvGrpSpPr>
        <p:grpSpPr bwMode="auto">
          <a:xfrm>
            <a:off x="416170" y="1179514"/>
            <a:ext cx="5421922" cy="4344987"/>
            <a:chOff x="274624" y="760852"/>
            <a:chExt cx="3766903" cy="3810001"/>
          </a:xfrm>
        </p:grpSpPr>
        <p:sp>
          <p:nvSpPr>
            <p:cNvPr id="48" name="Rectangle 47">
              <a:extLst>
                <a:ext uri="{FF2B5EF4-FFF2-40B4-BE49-F238E27FC236}">
                  <a16:creationId xmlns:a16="http://schemas.microsoft.com/office/drawing/2014/main" id="{92583C08-CB9C-7462-3D39-4105B916F2E1}"/>
                </a:ext>
              </a:extLst>
            </p:cNvPr>
            <p:cNvSpPr/>
            <p:nvPr userDrawn="1"/>
          </p:nvSpPr>
          <p:spPr>
            <a:xfrm>
              <a:off x="274624" y="760852"/>
              <a:ext cx="1880058" cy="188342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dirty="0"/>
            </a:p>
          </p:txBody>
        </p:sp>
        <p:sp>
          <p:nvSpPr>
            <p:cNvPr id="49" name="Rectangle 48">
              <a:extLst>
                <a:ext uri="{FF2B5EF4-FFF2-40B4-BE49-F238E27FC236}">
                  <a16:creationId xmlns:a16="http://schemas.microsoft.com/office/drawing/2014/main" id="{37108BDC-1D49-7C1A-0951-4A20ABCFA94E}"/>
                </a:ext>
              </a:extLst>
            </p:cNvPr>
            <p:cNvSpPr/>
            <p:nvPr userDrawn="1"/>
          </p:nvSpPr>
          <p:spPr>
            <a:xfrm>
              <a:off x="274624" y="2642884"/>
              <a:ext cx="1880058" cy="1927969"/>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dirty="0"/>
            </a:p>
          </p:txBody>
        </p:sp>
        <p:sp>
          <p:nvSpPr>
            <p:cNvPr id="50" name="Rectangle 49">
              <a:extLst>
                <a:ext uri="{FF2B5EF4-FFF2-40B4-BE49-F238E27FC236}">
                  <a16:creationId xmlns:a16="http://schemas.microsoft.com/office/drawing/2014/main" id="{F2B1AA4D-68A9-C0E4-CFE5-6351DB18EBB6}"/>
                </a:ext>
              </a:extLst>
            </p:cNvPr>
            <p:cNvSpPr/>
            <p:nvPr userDrawn="1"/>
          </p:nvSpPr>
          <p:spPr>
            <a:xfrm>
              <a:off x="2153325" y="760852"/>
              <a:ext cx="1888202" cy="3810001"/>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dirty="0"/>
            </a:p>
          </p:txBody>
        </p:sp>
      </p:grpSp>
      <p:grpSp>
        <p:nvGrpSpPr>
          <p:cNvPr id="1035" name="Group 66">
            <a:extLst>
              <a:ext uri="{FF2B5EF4-FFF2-40B4-BE49-F238E27FC236}">
                <a16:creationId xmlns:a16="http://schemas.microsoft.com/office/drawing/2014/main" id="{2C084E07-9528-CA9F-E08F-CE0126B9C541}"/>
              </a:ext>
            </a:extLst>
          </p:cNvPr>
          <p:cNvGrpSpPr>
            <a:grpSpLocks/>
          </p:cNvGrpSpPr>
          <p:nvPr userDrawn="1"/>
        </p:nvGrpSpPr>
        <p:grpSpPr bwMode="auto">
          <a:xfrm>
            <a:off x="6283570" y="1179514"/>
            <a:ext cx="5492262" cy="4459287"/>
            <a:chOff x="5105400" y="788699"/>
            <a:chExt cx="4462241" cy="4458864"/>
          </a:xfrm>
        </p:grpSpPr>
        <p:sp>
          <p:nvSpPr>
            <p:cNvPr id="2" name="Oval 1">
              <a:extLst>
                <a:ext uri="{FF2B5EF4-FFF2-40B4-BE49-F238E27FC236}">
                  <a16:creationId xmlns:a16="http://schemas.microsoft.com/office/drawing/2014/main" id="{5261AF63-A3FA-40DA-05A8-9DC69F2FDD4F}"/>
                </a:ext>
              </a:extLst>
            </p:cNvPr>
            <p:cNvSpPr/>
            <p:nvPr userDrawn="1"/>
          </p:nvSpPr>
          <p:spPr>
            <a:xfrm>
              <a:off x="5105400" y="788699"/>
              <a:ext cx="4462241" cy="4458864"/>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a:p>
          </p:txBody>
        </p:sp>
        <p:cxnSp>
          <p:nvCxnSpPr>
            <p:cNvPr id="52" name="Straight Connector 51">
              <a:extLst>
                <a:ext uri="{FF2B5EF4-FFF2-40B4-BE49-F238E27FC236}">
                  <a16:creationId xmlns:a16="http://schemas.microsoft.com/office/drawing/2014/main" id="{C172D224-FA24-AC1F-2923-0D68D4D4093B}"/>
                </a:ext>
              </a:extLst>
            </p:cNvPr>
            <p:cNvCxnSpPr>
              <a:endCxn id="2" idx="7"/>
            </p:cNvCxnSpPr>
            <p:nvPr userDrawn="1"/>
          </p:nvCxnSpPr>
          <p:spPr>
            <a:xfrm flipV="1">
              <a:off x="7337314" y="1441099"/>
              <a:ext cx="1576310" cy="1466711"/>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cxnSp>
          <p:nvCxnSpPr>
            <p:cNvPr id="55" name="Straight Connector 54">
              <a:extLst>
                <a:ext uri="{FF2B5EF4-FFF2-40B4-BE49-F238E27FC236}">
                  <a16:creationId xmlns:a16="http://schemas.microsoft.com/office/drawing/2014/main" id="{661CEA51-3658-0F76-4800-D1ECF04810F8}"/>
                </a:ext>
              </a:extLst>
            </p:cNvPr>
            <p:cNvCxnSpPr>
              <a:endCxn id="2" idx="5"/>
            </p:cNvCxnSpPr>
            <p:nvPr userDrawn="1"/>
          </p:nvCxnSpPr>
          <p:spPr>
            <a:xfrm>
              <a:off x="7337314" y="2907810"/>
              <a:ext cx="1576310" cy="1687353"/>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grpSp>
      <p:cxnSp>
        <p:nvCxnSpPr>
          <p:cNvPr id="21" name="Straight Connector 20">
            <a:extLst>
              <a:ext uri="{FF2B5EF4-FFF2-40B4-BE49-F238E27FC236}">
                <a16:creationId xmlns:a16="http://schemas.microsoft.com/office/drawing/2014/main" id="{601EF9CD-577E-A412-96BE-90FC952EAD01}"/>
              </a:ext>
            </a:extLst>
          </p:cNvPr>
          <p:cNvCxnSpPr/>
          <p:nvPr userDrawn="1"/>
        </p:nvCxnSpPr>
        <p:spPr>
          <a:xfrm>
            <a:off x="6283569" y="3297238"/>
            <a:ext cx="2745154" cy="0"/>
          </a:xfrm>
          <a:prstGeom prst="lin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cxnSp>
      <p:sp>
        <p:nvSpPr>
          <p:cNvPr id="1037" name="TextBox 23">
            <a:extLst>
              <a:ext uri="{FF2B5EF4-FFF2-40B4-BE49-F238E27FC236}">
                <a16:creationId xmlns:a16="http://schemas.microsoft.com/office/drawing/2014/main" id="{021D46BF-FE1F-9918-742B-7C78CF91870D}"/>
              </a:ext>
            </a:extLst>
          </p:cNvPr>
          <p:cNvSpPr txBox="1">
            <a:spLocks noChangeArrowheads="1"/>
          </p:cNvSpPr>
          <p:nvPr userDrawn="1"/>
        </p:nvSpPr>
        <p:spPr bwMode="auto">
          <a:xfrm>
            <a:off x="414216" y="1208088"/>
            <a:ext cx="2153138" cy="246062"/>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000" b="1">
                <a:latin typeface="Arial" charset="0"/>
                <a:cs typeface="Arial" charset="0"/>
              </a:rPr>
              <a:t>Benefits</a:t>
            </a:r>
          </a:p>
        </p:txBody>
      </p:sp>
      <p:sp>
        <p:nvSpPr>
          <p:cNvPr id="1038" name="TextBox 24">
            <a:extLst>
              <a:ext uri="{FF2B5EF4-FFF2-40B4-BE49-F238E27FC236}">
                <a16:creationId xmlns:a16="http://schemas.microsoft.com/office/drawing/2014/main" id="{E316A2AD-DF8C-8C59-EB96-2BDF562B98EC}"/>
              </a:ext>
            </a:extLst>
          </p:cNvPr>
          <p:cNvSpPr txBox="1">
            <a:spLocks noChangeArrowheads="1"/>
          </p:cNvSpPr>
          <p:nvPr userDrawn="1"/>
        </p:nvSpPr>
        <p:spPr bwMode="auto">
          <a:xfrm>
            <a:off x="414216" y="3349626"/>
            <a:ext cx="2153138" cy="246063"/>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000" b="1">
                <a:latin typeface="Arial" charset="0"/>
                <a:cs typeface="Arial" charset="0"/>
              </a:rPr>
              <a:t>Features</a:t>
            </a:r>
          </a:p>
        </p:txBody>
      </p:sp>
      <p:sp>
        <p:nvSpPr>
          <p:cNvPr id="1039" name="TextBox 25">
            <a:extLst>
              <a:ext uri="{FF2B5EF4-FFF2-40B4-BE49-F238E27FC236}">
                <a16:creationId xmlns:a16="http://schemas.microsoft.com/office/drawing/2014/main" id="{6509FB76-A383-F6B4-2466-166505388ABD}"/>
              </a:ext>
            </a:extLst>
          </p:cNvPr>
          <p:cNvSpPr txBox="1">
            <a:spLocks noChangeArrowheads="1"/>
          </p:cNvSpPr>
          <p:nvPr userDrawn="1"/>
        </p:nvSpPr>
        <p:spPr bwMode="auto">
          <a:xfrm>
            <a:off x="3135925" y="1208088"/>
            <a:ext cx="2153138" cy="246062"/>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000" b="1">
                <a:latin typeface="Arial" charset="0"/>
                <a:cs typeface="Arial" charset="0"/>
              </a:rPr>
              <a:t>Experience</a:t>
            </a:r>
          </a:p>
        </p:txBody>
      </p:sp>
      <p:sp>
        <p:nvSpPr>
          <p:cNvPr id="1040" name="TextBox 26">
            <a:extLst>
              <a:ext uri="{FF2B5EF4-FFF2-40B4-BE49-F238E27FC236}">
                <a16:creationId xmlns:a16="http://schemas.microsoft.com/office/drawing/2014/main" id="{941F33E4-10E2-F771-0AF3-6ECBD6B5F8D0}"/>
              </a:ext>
            </a:extLst>
          </p:cNvPr>
          <p:cNvSpPr txBox="1">
            <a:spLocks noChangeArrowheads="1"/>
          </p:cNvSpPr>
          <p:nvPr userDrawn="1"/>
        </p:nvSpPr>
        <p:spPr bwMode="auto">
          <a:xfrm rot="1108704">
            <a:off x="7936523" y="5305426"/>
            <a:ext cx="713154" cy="246063"/>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eaLnBrk="1" hangingPunct="1">
              <a:defRPr/>
            </a:pPr>
            <a:r>
              <a:rPr lang="en-GB" sz="1000" b="1">
                <a:latin typeface="Arial" charset="0"/>
                <a:cs typeface="Arial" charset="0"/>
              </a:rPr>
              <a:t>Needs</a:t>
            </a:r>
          </a:p>
        </p:txBody>
      </p:sp>
      <p:sp>
        <p:nvSpPr>
          <p:cNvPr id="1041" name="TextBox 27">
            <a:extLst>
              <a:ext uri="{FF2B5EF4-FFF2-40B4-BE49-F238E27FC236}">
                <a16:creationId xmlns:a16="http://schemas.microsoft.com/office/drawing/2014/main" id="{80A7C7A2-81E9-4955-F48C-AFA98652A23A}"/>
              </a:ext>
            </a:extLst>
          </p:cNvPr>
          <p:cNvSpPr txBox="1">
            <a:spLocks noChangeArrowheads="1"/>
          </p:cNvSpPr>
          <p:nvPr userDrawn="1"/>
        </p:nvSpPr>
        <p:spPr bwMode="auto">
          <a:xfrm rot="20315095">
            <a:off x="7721601" y="1285876"/>
            <a:ext cx="847969" cy="246063"/>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eaLnBrk="1" hangingPunct="1">
              <a:defRPr/>
            </a:pPr>
            <a:r>
              <a:rPr lang="en-GB" sz="1000" b="1">
                <a:latin typeface="Arial" charset="0"/>
                <a:cs typeface="Arial" charset="0"/>
              </a:rPr>
              <a:t>Wants</a:t>
            </a:r>
          </a:p>
        </p:txBody>
      </p:sp>
      <p:sp>
        <p:nvSpPr>
          <p:cNvPr id="1042" name="TextBox 28">
            <a:extLst>
              <a:ext uri="{FF2B5EF4-FFF2-40B4-BE49-F238E27FC236}">
                <a16:creationId xmlns:a16="http://schemas.microsoft.com/office/drawing/2014/main" id="{3D2525A1-DBF5-D5B2-452D-C7D1D03DDCD4}"/>
              </a:ext>
            </a:extLst>
          </p:cNvPr>
          <p:cNvSpPr txBox="1">
            <a:spLocks noChangeArrowheads="1"/>
          </p:cNvSpPr>
          <p:nvPr userDrawn="1"/>
        </p:nvSpPr>
        <p:spPr bwMode="auto">
          <a:xfrm rot="2888313">
            <a:off x="10882618" y="2065259"/>
            <a:ext cx="522288" cy="246221"/>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eaLnBrk="1" hangingPunct="1">
              <a:defRPr/>
            </a:pPr>
            <a:r>
              <a:rPr lang="en-GB" sz="1000" b="1">
                <a:latin typeface="Arial" charset="0"/>
                <a:cs typeface="Arial" charset="0"/>
              </a:rPr>
              <a:t>Fears</a:t>
            </a:r>
          </a:p>
        </p:txBody>
      </p:sp>
      <p:sp>
        <p:nvSpPr>
          <p:cNvPr id="1043" name="TextBox 29">
            <a:extLst>
              <a:ext uri="{FF2B5EF4-FFF2-40B4-BE49-F238E27FC236}">
                <a16:creationId xmlns:a16="http://schemas.microsoft.com/office/drawing/2014/main" id="{0623079C-DCF1-C974-A993-1DD4CFE2B37E}"/>
              </a:ext>
            </a:extLst>
          </p:cNvPr>
          <p:cNvSpPr txBox="1">
            <a:spLocks noChangeArrowheads="1"/>
          </p:cNvSpPr>
          <p:nvPr userDrawn="1"/>
        </p:nvSpPr>
        <p:spPr bwMode="auto">
          <a:xfrm>
            <a:off x="6283570" y="5715001"/>
            <a:ext cx="2153138" cy="246063"/>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000" b="1">
                <a:latin typeface="Arial" charset="0"/>
                <a:cs typeface="Arial" charset="0"/>
              </a:rPr>
              <a:t>Substitutes</a:t>
            </a:r>
          </a:p>
        </p:txBody>
      </p:sp>
      <p:sp>
        <p:nvSpPr>
          <p:cNvPr id="1044" name="TextBox 30">
            <a:extLst>
              <a:ext uri="{FF2B5EF4-FFF2-40B4-BE49-F238E27FC236}">
                <a16:creationId xmlns:a16="http://schemas.microsoft.com/office/drawing/2014/main" id="{950AFB71-BD2C-E177-401B-FA33092AE9D8}"/>
              </a:ext>
            </a:extLst>
          </p:cNvPr>
          <p:cNvSpPr txBox="1">
            <a:spLocks noChangeArrowheads="1"/>
          </p:cNvSpPr>
          <p:nvPr userDrawn="1"/>
        </p:nvSpPr>
        <p:spPr bwMode="auto">
          <a:xfrm>
            <a:off x="416171" y="5715001"/>
            <a:ext cx="2153138" cy="246063"/>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000" b="1">
                <a:latin typeface="Arial" charset="0"/>
                <a:cs typeface="Arial" charset="0"/>
              </a:rPr>
              <a:t>Product</a:t>
            </a:r>
          </a:p>
        </p:txBody>
      </p:sp>
      <p:sp>
        <p:nvSpPr>
          <p:cNvPr id="1045" name="TextBox 33">
            <a:extLst>
              <a:ext uri="{FF2B5EF4-FFF2-40B4-BE49-F238E27FC236}">
                <a16:creationId xmlns:a16="http://schemas.microsoft.com/office/drawing/2014/main" id="{90EFAB49-6743-D8B1-AC6A-AD8B7E98EF4E}"/>
              </a:ext>
            </a:extLst>
          </p:cNvPr>
          <p:cNvSpPr txBox="1">
            <a:spLocks noChangeArrowheads="1"/>
          </p:cNvSpPr>
          <p:nvPr userDrawn="1"/>
        </p:nvSpPr>
        <p:spPr bwMode="auto">
          <a:xfrm>
            <a:off x="3071447" y="5715001"/>
            <a:ext cx="2153138" cy="246063"/>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en-GB" sz="1000" b="1">
                <a:latin typeface="Arial" charset="0"/>
                <a:cs typeface="Arial" charset="0"/>
              </a:rPr>
              <a:t>Ideal Customer</a:t>
            </a:r>
          </a:p>
        </p:txBody>
      </p:sp>
      <p:sp>
        <p:nvSpPr>
          <p:cNvPr id="12" name="Right Triangle 11">
            <a:extLst>
              <a:ext uri="{FF2B5EF4-FFF2-40B4-BE49-F238E27FC236}">
                <a16:creationId xmlns:a16="http://schemas.microsoft.com/office/drawing/2014/main" id="{EDD941A5-C5F3-424E-574A-70D1A98D8E93}"/>
              </a:ext>
            </a:extLst>
          </p:cNvPr>
          <p:cNvSpPr>
            <a:spLocks noChangeAspect="1"/>
          </p:cNvSpPr>
          <p:nvPr userDrawn="1"/>
        </p:nvSpPr>
        <p:spPr>
          <a:xfrm rot="2772060">
            <a:off x="6041134" y="3195824"/>
            <a:ext cx="220711" cy="270529"/>
          </a:xfrm>
          <a:prstGeom prst="rtTriangle">
            <a:avLst/>
          </a:prstGeom>
          <a:solidFill>
            <a:schemeClr val="bg1">
              <a:lumMod val="75000"/>
            </a:schemeClr>
          </a:solidFill>
          <a:ln>
            <a:noFill/>
          </a:ln>
          <a:effectLst/>
          <a:scene3d>
            <a:camera prst="orthographicFront">
              <a:rot lat="0" lon="0" rev="60000"/>
            </a:camera>
            <a:lightRig rig="threePt" dir="t"/>
          </a:scene3d>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GB" sz="1800"/>
          </a:p>
        </p:txBody>
      </p:sp>
      <p:pic>
        <p:nvPicPr>
          <p:cNvPr id="1047" name="Picture 34">
            <a:extLst>
              <a:ext uri="{FF2B5EF4-FFF2-40B4-BE49-F238E27FC236}">
                <a16:creationId xmlns:a16="http://schemas.microsoft.com/office/drawing/2014/main" id="{5BDA1BDD-0A29-D70B-02CD-AC6A5132013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815754" y="3143251"/>
            <a:ext cx="40444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8" name="Picture 35">
            <a:extLst>
              <a:ext uri="{FF2B5EF4-FFF2-40B4-BE49-F238E27FC236}">
                <a16:creationId xmlns:a16="http://schemas.microsoft.com/office/drawing/2014/main" id="{18CE6958-5307-5643-2105-384BCA1B32D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919046" y="3175001"/>
            <a:ext cx="4064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9" name="TextBox 38">
            <a:extLst>
              <a:ext uri="{FF2B5EF4-FFF2-40B4-BE49-F238E27FC236}">
                <a16:creationId xmlns:a16="http://schemas.microsoft.com/office/drawing/2014/main" id="{95BCEFEB-3E39-CA5E-0A33-A176E0B4F8AD}"/>
              </a:ext>
            </a:extLst>
          </p:cNvPr>
          <p:cNvSpPr txBox="1">
            <a:spLocks noChangeArrowheads="1"/>
          </p:cNvSpPr>
          <p:nvPr userDrawn="1"/>
        </p:nvSpPr>
        <p:spPr bwMode="auto">
          <a:xfrm>
            <a:off x="416170" y="762000"/>
            <a:ext cx="5421922" cy="338138"/>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eaLnBrk="1" hangingPunct="1">
              <a:defRPr/>
            </a:pPr>
            <a:r>
              <a:rPr lang="en-GB" sz="1600" b="1">
                <a:latin typeface="Arial" charset="0"/>
                <a:cs typeface="Arial" charset="0"/>
              </a:rPr>
              <a:t>Product</a:t>
            </a:r>
          </a:p>
        </p:txBody>
      </p:sp>
      <p:sp>
        <p:nvSpPr>
          <p:cNvPr id="1050" name="TextBox 39">
            <a:extLst>
              <a:ext uri="{FF2B5EF4-FFF2-40B4-BE49-F238E27FC236}">
                <a16:creationId xmlns:a16="http://schemas.microsoft.com/office/drawing/2014/main" id="{BFB08FAA-749B-1A79-777A-51719B167655}"/>
              </a:ext>
            </a:extLst>
          </p:cNvPr>
          <p:cNvSpPr txBox="1">
            <a:spLocks noChangeArrowheads="1"/>
          </p:cNvSpPr>
          <p:nvPr userDrawn="1"/>
        </p:nvSpPr>
        <p:spPr bwMode="auto">
          <a:xfrm>
            <a:off x="6267939" y="762000"/>
            <a:ext cx="5507893" cy="338138"/>
          </a:xfrm>
          <a:prstGeom prst="rect">
            <a:avLst/>
          </a:prstGeom>
          <a:noFill/>
          <a:ln>
            <a:noFill/>
          </a:ln>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eaLnBrk="1" hangingPunct="1">
              <a:defRPr/>
            </a:pPr>
            <a:r>
              <a:rPr lang="en-GB" sz="1600" b="1">
                <a:latin typeface="Arial" charset="0"/>
                <a:cs typeface="Arial" charset="0"/>
              </a:rPr>
              <a:t>Customer</a:t>
            </a:r>
          </a:p>
        </p:txBody>
      </p:sp>
    </p:spTree>
    <p:extLst>
      <p:ext uri="{BB962C8B-B14F-4D97-AF65-F5344CB8AC3E}">
        <p14:creationId xmlns:p14="http://schemas.microsoft.com/office/powerpoint/2010/main" val="145850961"/>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457200" rtl="0" eaLnBrk="0" fontAlgn="base" hangingPunct="0">
        <a:spcBef>
          <a:spcPct val="0"/>
        </a:spcBef>
        <a:spcAft>
          <a:spcPct val="0"/>
        </a:spcAft>
        <a:defRPr sz="4400" kern="1200">
          <a:solidFill>
            <a:schemeClr val="tx1"/>
          </a:solidFill>
          <a:latin typeface="Arial"/>
          <a:ea typeface="MS PGothic" panose="020B0600070205080204" pitchFamily="34" charset="-128"/>
          <a:cs typeface="Arial"/>
        </a:defRPr>
      </a:lvl1pPr>
      <a:lvl2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2pPr>
      <a:lvl3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3pPr>
      <a:lvl4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4pPr>
      <a:lvl5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5pPr>
      <a:lvl6pPr marL="457200" algn="ctr" defTabSz="457200" rtl="0" fontAlgn="base">
        <a:spcBef>
          <a:spcPct val="0"/>
        </a:spcBef>
        <a:spcAft>
          <a:spcPct val="0"/>
        </a:spcAft>
        <a:defRPr sz="4400">
          <a:solidFill>
            <a:schemeClr val="tx1"/>
          </a:solidFill>
          <a:latin typeface="Arial" charset="0"/>
          <a:ea typeface="ＭＳ Ｐゴシック" charset="0"/>
        </a:defRPr>
      </a:lvl6pPr>
      <a:lvl7pPr marL="914400" algn="ctr" defTabSz="457200" rtl="0" fontAlgn="base">
        <a:spcBef>
          <a:spcPct val="0"/>
        </a:spcBef>
        <a:spcAft>
          <a:spcPct val="0"/>
        </a:spcAft>
        <a:defRPr sz="4400">
          <a:solidFill>
            <a:schemeClr val="tx1"/>
          </a:solidFill>
          <a:latin typeface="Arial" charset="0"/>
          <a:ea typeface="ＭＳ Ｐゴシック" charset="0"/>
        </a:defRPr>
      </a:lvl7pPr>
      <a:lvl8pPr marL="1371600" algn="ctr" defTabSz="457200" rtl="0" fontAlgn="base">
        <a:spcBef>
          <a:spcPct val="0"/>
        </a:spcBef>
        <a:spcAft>
          <a:spcPct val="0"/>
        </a:spcAft>
        <a:defRPr sz="4400">
          <a:solidFill>
            <a:schemeClr val="tx1"/>
          </a:solidFill>
          <a:latin typeface="Arial" charset="0"/>
          <a:ea typeface="ＭＳ Ｐゴシック" charset="0"/>
        </a:defRPr>
      </a:lvl8pPr>
      <a:lvl9pPr marL="1828800" algn="ctr" defTabSz="457200" rtl="0" fontAlgn="base">
        <a:spcBef>
          <a:spcPct val="0"/>
        </a:spcBef>
        <a:spcAft>
          <a:spcPct val="0"/>
        </a:spcAft>
        <a:defRPr sz="44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a:ea typeface="MS PGothic" panose="020B0600070205080204" pitchFamily="34"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MS PGothic" panose="020B0600070205080204" pitchFamily="34"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MS PGothic" panose="020B0600070205080204" pitchFamily="34"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neoschronos.com/" TargetMode="External"/><Relationship Id="rId2" Type="http://schemas.openxmlformats.org/officeDocument/2006/relationships/hyperlink" Target="https://www.strategyzer.com/canvas/value-proposition-canvas" TargetMode="External"/><Relationship Id="rId1" Type="http://schemas.openxmlformats.org/officeDocument/2006/relationships/slideLayout" Target="../slideLayouts/slideLayout20.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
          <p:cNvSpPr txBox="1">
            <a:spLocks noGrp="1"/>
          </p:cNvSpPr>
          <p:nvPr>
            <p:ph type="ctrTitle" idx="4294967295"/>
          </p:nvPr>
        </p:nvSpPr>
        <p:spPr>
          <a:xfrm>
            <a:off x="572551" y="615150"/>
            <a:ext cx="11031300" cy="1546500"/>
          </a:xfrm>
          <a:prstGeom prst="rect">
            <a:avLst/>
          </a:prstGeom>
          <a:noFill/>
          <a:ln w="9525" cap="flat" cmpd="sng">
            <a:solidFill>
              <a:srgbClr val="222222"/>
            </a:solidFill>
            <a:prstDash val="solid"/>
            <a:round/>
            <a:headEnd type="none" w="sm" len="sm"/>
            <a:tailEnd type="none" w="sm" len="sm"/>
          </a:ln>
        </p:spPr>
        <p:txBody>
          <a:bodyPr spcFirstLastPara="1" wrap="square" lIns="121900" tIns="121900" rIns="121900" bIns="121900" anchor="b" anchorCtr="0">
            <a:noAutofit/>
          </a:bodyPr>
          <a:lstStyle/>
          <a:p>
            <a:pPr marL="0" marR="0" lvl="0" indent="0" algn="ctr" rtl="0">
              <a:lnSpc>
                <a:spcPct val="100000"/>
              </a:lnSpc>
              <a:spcBef>
                <a:spcPts val="0"/>
              </a:spcBef>
              <a:spcAft>
                <a:spcPts val="0"/>
              </a:spcAft>
              <a:buClr>
                <a:schemeClr val="dk1"/>
              </a:buClr>
              <a:buSzPts val="3000"/>
              <a:buFont typeface="Montserrat"/>
              <a:buNone/>
            </a:pPr>
            <a:r>
              <a:rPr lang="pt-BR" sz="8000" b="1" i="0" u="none" strike="noStrike" cap="none" dirty="0">
                <a:solidFill>
                  <a:schemeClr val="lt1"/>
                </a:solidFill>
                <a:latin typeface="Montserrat"/>
                <a:ea typeface="Montserrat"/>
                <a:cs typeface="Montserrat"/>
                <a:sym typeface="Montserrat"/>
              </a:rPr>
              <a:t>CHALLENGE 2023</a:t>
            </a:r>
            <a:endParaRPr sz="8000" b="1" i="0" u="none" strike="noStrike" cap="none" dirty="0">
              <a:solidFill>
                <a:schemeClr val="lt1"/>
              </a:solidFill>
              <a:latin typeface="Montserrat"/>
              <a:ea typeface="Montserrat"/>
              <a:cs typeface="Montserrat"/>
              <a:sym typeface="Montserrat"/>
            </a:endParaRPr>
          </a:p>
        </p:txBody>
      </p:sp>
      <p:sp>
        <p:nvSpPr>
          <p:cNvPr id="55" name="Google Shape;55;p1"/>
          <p:cNvSpPr txBox="1">
            <a:spLocks noGrp="1"/>
          </p:cNvSpPr>
          <p:nvPr>
            <p:ph type="subTitle" idx="4294967295"/>
          </p:nvPr>
        </p:nvSpPr>
        <p:spPr>
          <a:xfrm>
            <a:off x="2862774" y="5182625"/>
            <a:ext cx="6125100" cy="8352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800"/>
              </a:spcBef>
              <a:spcAft>
                <a:spcPts val="0"/>
              </a:spcAft>
              <a:buClr>
                <a:schemeClr val="accent2"/>
              </a:buClr>
              <a:buSzPts val="2400"/>
              <a:buFont typeface="Montserrat"/>
              <a:buNone/>
            </a:pPr>
            <a:r>
              <a:rPr lang="pt-BR" b="1">
                <a:solidFill>
                  <a:schemeClr val="lt1"/>
                </a:solidFill>
              </a:rPr>
              <a:t>Engenharia de Software</a:t>
            </a:r>
            <a:r>
              <a:rPr lang="pt-BR" sz="2400" b="1" i="0" u="none" strike="noStrike" cap="none">
                <a:solidFill>
                  <a:schemeClr val="lt1"/>
                </a:solidFill>
                <a:latin typeface="Montserrat"/>
                <a:ea typeface="Montserrat"/>
                <a:cs typeface="Montserrat"/>
                <a:sym typeface="Montserrat"/>
              </a:rPr>
              <a:t>- 1º ANO  </a:t>
            </a:r>
            <a:endParaRPr sz="2400" b="0" i="0" u="none" strike="noStrike" cap="none">
              <a:solidFill>
                <a:schemeClr val="lt1"/>
              </a:solidFill>
              <a:latin typeface="Montserrat"/>
              <a:ea typeface="Montserrat"/>
              <a:cs typeface="Montserrat"/>
              <a:sym typeface="Montserrat"/>
            </a:endParaRPr>
          </a:p>
          <a:p>
            <a:pPr marL="0" marR="0" lvl="0" indent="0" algn="ctr" rtl="0">
              <a:lnSpc>
                <a:spcPct val="100000"/>
              </a:lnSpc>
              <a:spcBef>
                <a:spcPts val="800"/>
              </a:spcBef>
              <a:spcAft>
                <a:spcPts val="0"/>
              </a:spcAft>
              <a:buClr>
                <a:schemeClr val="accent2"/>
              </a:buClr>
              <a:buSzPts val="2400"/>
              <a:buFont typeface="Montserrat"/>
              <a:buNone/>
            </a:pPr>
            <a:endParaRPr sz="2400" b="1" i="0" u="none" strike="noStrike" cap="none">
              <a:solidFill>
                <a:schemeClr val="dk1"/>
              </a:solidFill>
              <a:latin typeface="Montserrat"/>
              <a:ea typeface="Montserrat"/>
              <a:cs typeface="Montserrat"/>
              <a:sym typeface="Montserrat"/>
            </a:endParaRPr>
          </a:p>
        </p:txBody>
      </p:sp>
      <p:sp>
        <p:nvSpPr>
          <p:cNvPr id="56" name="Google Shape;56;p1"/>
          <p:cNvSpPr txBox="1">
            <a:spLocks noGrp="1"/>
          </p:cNvSpPr>
          <p:nvPr>
            <p:ph type="sldNum" idx="12"/>
          </p:nvPr>
        </p:nvSpPr>
        <p:spPr>
          <a:xfrm>
            <a:off x="5730200" y="6369977"/>
            <a:ext cx="731600" cy="412000"/>
          </a:xfrm>
          <a:prstGeom prst="rect">
            <a:avLst/>
          </a:prstGeom>
          <a:noFill/>
          <a:ln>
            <a:noFill/>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Montserrat"/>
              <a:buNone/>
              <a:tabLst/>
              <a:defRPr/>
            </a:pPr>
            <a:fld id="{00000000-1234-1234-1234-123412341234}" type="slidenum">
              <a:rPr kumimoji="0" lang="pt-BR" sz="1600" b="1" i="0" u="none" strike="noStrike" kern="0" cap="none" spc="0" normalizeH="0" baseline="0" noProof="0">
                <a:ln>
                  <a:noFill/>
                </a:ln>
                <a:solidFill>
                  <a:srgbClr val="FFFFFF"/>
                </a:solidFill>
                <a:effectLst/>
                <a:uLnTx/>
                <a:uFillTx/>
                <a:latin typeface="Montserrat"/>
                <a:ea typeface="Montserrat"/>
                <a:cs typeface="Montserrat"/>
                <a:sym typeface="Montserrat"/>
              </a:rPr>
              <a:pPr marL="0" marR="0" lvl="0" indent="0" algn="ctr" defTabSz="914400" rtl="0" eaLnBrk="1" fontAlgn="auto" latinLnBrk="0" hangingPunct="1">
                <a:lnSpc>
                  <a:spcPct val="100000"/>
                </a:lnSpc>
                <a:spcBef>
                  <a:spcPts val="0"/>
                </a:spcBef>
                <a:spcAft>
                  <a:spcPts val="0"/>
                </a:spcAft>
                <a:buClr>
                  <a:srgbClr val="000000"/>
                </a:buClr>
                <a:buSzPts val="1600"/>
                <a:buFont typeface="Montserrat"/>
                <a:buNone/>
                <a:tabLst/>
                <a:defRPr/>
              </a:pPr>
              <a:t>1</a:t>
            </a:fld>
            <a:endParaRPr kumimoji="0" sz="16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pic>
        <p:nvPicPr>
          <p:cNvPr id="57" name="Google Shape;57;p1"/>
          <p:cNvPicPr preferRelativeResize="0"/>
          <p:nvPr/>
        </p:nvPicPr>
        <p:blipFill rotWithShape="1">
          <a:blip r:embed="rId4">
            <a:alphaModFix/>
          </a:blip>
          <a:srcRect/>
          <a:stretch/>
        </p:blipFill>
        <p:spPr>
          <a:xfrm>
            <a:off x="10454366" y="251286"/>
            <a:ext cx="1329476" cy="363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1"/>
        <p:cNvGrpSpPr/>
        <p:nvPr/>
      </p:nvGrpSpPr>
      <p:grpSpPr>
        <a:xfrm>
          <a:off x="0" y="0"/>
          <a:ext cx="0" cy="0"/>
          <a:chOff x="0" y="0"/>
          <a:chExt cx="0" cy="0"/>
        </a:xfrm>
      </p:grpSpPr>
      <p:sp>
        <p:nvSpPr>
          <p:cNvPr id="62" name="Google Shape;62;p2"/>
          <p:cNvSpPr txBox="1"/>
          <p:nvPr/>
        </p:nvSpPr>
        <p:spPr>
          <a:xfrm>
            <a:off x="187600" y="224500"/>
            <a:ext cx="11178900" cy="4002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63;p2"/>
          <p:cNvSpPr txBox="1"/>
          <p:nvPr/>
        </p:nvSpPr>
        <p:spPr>
          <a:xfrm>
            <a:off x="458050" y="1228550"/>
            <a:ext cx="6973200" cy="9852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5200" b="0" i="0" u="none" strike="noStrike" kern="0" cap="none" spc="0" normalizeH="0" baseline="0" noProof="0">
                <a:ln>
                  <a:noFill/>
                </a:ln>
                <a:solidFill>
                  <a:srgbClr val="F4E9E9"/>
                </a:solidFill>
                <a:effectLst/>
                <a:uLnTx/>
                <a:uFillTx/>
                <a:latin typeface="Arial"/>
                <a:cs typeface="Arial"/>
                <a:sym typeface="Arial"/>
              </a:rPr>
              <a:t>Empresa parceira:</a:t>
            </a:r>
            <a:endParaRPr kumimoji="0" sz="5200" b="0" i="0" u="none" strike="noStrike" kern="0" cap="none" spc="0" normalizeH="0" baseline="0" noProof="0">
              <a:ln>
                <a:noFill/>
              </a:ln>
              <a:solidFill>
                <a:srgbClr val="F4E9E9"/>
              </a:solidFill>
              <a:effectLst/>
              <a:uLnTx/>
              <a:uFillTx/>
              <a:latin typeface="Arial"/>
              <a:cs typeface="Arial"/>
              <a:sym typeface="Arial"/>
            </a:endParaRPr>
          </a:p>
        </p:txBody>
      </p:sp>
      <p:pic>
        <p:nvPicPr>
          <p:cNvPr id="64" name="Google Shape;64;p2"/>
          <p:cNvPicPr preferRelativeResize="0"/>
          <p:nvPr/>
        </p:nvPicPr>
        <p:blipFill>
          <a:blip r:embed="rId3">
            <a:alphaModFix/>
          </a:blip>
          <a:stretch>
            <a:fillRect/>
          </a:stretch>
        </p:blipFill>
        <p:spPr>
          <a:xfrm>
            <a:off x="6159373" y="615550"/>
            <a:ext cx="5216801" cy="2211200"/>
          </a:xfrm>
          <a:prstGeom prst="rect">
            <a:avLst/>
          </a:prstGeom>
          <a:noFill/>
          <a:ln>
            <a:noFill/>
          </a:ln>
        </p:spPr>
      </p:pic>
      <p:sp>
        <p:nvSpPr>
          <p:cNvPr id="65" name="Google Shape;65;p2"/>
          <p:cNvSpPr txBox="1"/>
          <p:nvPr/>
        </p:nvSpPr>
        <p:spPr>
          <a:xfrm>
            <a:off x="435300" y="2519150"/>
            <a:ext cx="11321400" cy="42099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800" b="0" i="0" u="none" strike="noStrike" kern="0" cap="none" spc="0" normalizeH="0" baseline="0" noProof="0">
                <a:ln>
                  <a:noFill/>
                </a:ln>
                <a:solidFill>
                  <a:srgbClr val="F4E9E9"/>
                </a:solidFill>
                <a:effectLst/>
                <a:uLnTx/>
                <a:uFillTx/>
                <a:latin typeface="Arial"/>
                <a:cs typeface="Arial"/>
                <a:sym typeface="Arial"/>
              </a:rPr>
              <a:t>   </a:t>
            </a:r>
            <a:r>
              <a:rPr kumimoji="0" lang="pt-BR" sz="2800" b="1" i="0" u="none" strike="noStrike" kern="0" cap="none" spc="0" normalizeH="0" baseline="0" noProof="0">
                <a:ln>
                  <a:noFill/>
                </a:ln>
                <a:solidFill>
                  <a:srgbClr val="F4E9E9"/>
                </a:solidFill>
                <a:effectLst/>
                <a:uLnTx/>
                <a:uFillTx/>
                <a:latin typeface="Arial"/>
                <a:cs typeface="Arial"/>
                <a:sym typeface="Arial"/>
              </a:rPr>
              <a:t>  ChatGPT, quem é a IBM?</a:t>
            </a:r>
            <a:endParaRPr kumimoji="0" sz="2800" b="1" i="0" u="none" strike="noStrike" kern="0" cap="none" spc="0" normalizeH="0" baseline="0" noProof="0">
              <a:ln>
                <a:noFill/>
              </a:ln>
              <a:solidFill>
                <a:srgbClr val="F4E9E9"/>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F4E9E9"/>
              </a:solidFill>
              <a:effectLst/>
              <a:highlight>
                <a:srgbClr val="000000"/>
              </a:highligh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800" b="0" i="0" u="none" strike="noStrike" kern="0" cap="none" spc="0" normalizeH="0" baseline="0" noProof="0">
                <a:ln>
                  <a:noFill/>
                </a:ln>
                <a:solidFill>
                  <a:srgbClr val="F4E9E9"/>
                </a:solidFill>
                <a:effectLst/>
                <a:highlight>
                  <a:srgbClr val="000000"/>
                </a:highlight>
                <a:uLnTx/>
                <a:uFillTx/>
                <a:latin typeface="Arial"/>
                <a:cs typeface="Arial"/>
                <a:sym typeface="Arial"/>
              </a:rPr>
              <a:t>“</a:t>
            </a:r>
            <a:r>
              <a:rPr kumimoji="0" lang="pt-BR" sz="1800" b="0" i="0" u="none" strike="noStrike" kern="0" cap="none" spc="0" normalizeH="0" baseline="0" noProof="0">
                <a:ln>
                  <a:noFill/>
                </a:ln>
                <a:solidFill>
                  <a:srgbClr val="FFFFFF"/>
                </a:solidFill>
                <a:effectLst/>
                <a:highlight>
                  <a:srgbClr val="000000"/>
                </a:highlight>
                <a:uLnTx/>
                <a:uFillTx/>
                <a:latin typeface="Roboto"/>
                <a:ea typeface="Roboto"/>
                <a:cs typeface="Roboto"/>
                <a:sym typeface="Roboto"/>
              </a:rPr>
              <a:t>A IBM é uma empresa multinacional de tecnologia sediada nos Estados Unidos, fundada em 1911 como Computing-Tabulating-Recording Company (CTR) e posteriormente renomeada para International Business Machines (IBM) em 1924. A empresa é amplamente conhecida por suas contribuições para a indústria da computação, incluindo a invenção do primeiro computador pessoal, o IBM PC, em 1981.</a:t>
            </a:r>
            <a:endParaRPr kumimoji="0" sz="1800" b="0" i="0" u="none" strike="noStrike" kern="0" cap="none" spc="0" normalizeH="0" baseline="0" noProof="0">
              <a:ln>
                <a:noFill/>
              </a:ln>
              <a:solidFill>
                <a:srgbClr val="FFFFFF"/>
              </a:solidFill>
              <a:effectLst/>
              <a:highlight>
                <a:srgbClr val="000000"/>
              </a:highlight>
              <a:uLnTx/>
              <a:uFillTx/>
              <a:latin typeface="Roboto"/>
              <a:ea typeface="Roboto"/>
              <a:cs typeface="Roboto"/>
              <a:sym typeface="Roboto"/>
            </a:endParaRPr>
          </a:p>
          <a:p>
            <a:pPr marL="0" marR="0" lvl="0" indent="0" algn="l" defTabSz="914400" rtl="0" eaLnBrk="1" fontAlgn="auto" latinLnBrk="0" hangingPunct="1">
              <a:lnSpc>
                <a:spcPct val="115000"/>
              </a:lnSpc>
              <a:spcBef>
                <a:spcPts val="1500"/>
              </a:spcBef>
              <a:spcAft>
                <a:spcPts val="0"/>
              </a:spcAft>
              <a:buClr>
                <a:srgbClr val="000000"/>
              </a:buClr>
              <a:buSzTx/>
              <a:buFont typeface="Arial"/>
              <a:buNone/>
              <a:tabLst/>
              <a:defRPr/>
            </a:pPr>
            <a:r>
              <a:rPr kumimoji="0" lang="pt-BR" sz="1800" b="0" i="0" u="none" strike="noStrike" kern="0" cap="none" spc="0" normalizeH="0" baseline="0" noProof="0">
                <a:ln>
                  <a:noFill/>
                </a:ln>
                <a:solidFill>
                  <a:srgbClr val="FFFFFF"/>
                </a:solidFill>
                <a:effectLst/>
                <a:highlight>
                  <a:srgbClr val="000000"/>
                </a:highlight>
                <a:uLnTx/>
                <a:uFillTx/>
                <a:latin typeface="Roboto"/>
                <a:ea typeface="Roboto"/>
                <a:cs typeface="Roboto"/>
                <a:sym typeface="Roboto"/>
              </a:rPr>
              <a:t>Ao longo dos anos, a IBM expandiu seu portfólio de produtos e serviços, incluindo software, hardware, serviços de consultoria e infraestrutura em nuvem. A empresa também é conhecida por sua pesquisa inovadora e avanços em áreas como inteligência artificial, blockchain e computação quântica.</a:t>
            </a:r>
            <a:endParaRPr kumimoji="0" sz="1800" b="0" i="0" u="none" strike="noStrike" kern="0" cap="none" spc="0" normalizeH="0" baseline="0" noProof="0">
              <a:ln>
                <a:noFill/>
              </a:ln>
              <a:solidFill>
                <a:srgbClr val="FFFFFF"/>
              </a:solidFill>
              <a:effectLst/>
              <a:highlight>
                <a:srgbClr val="000000"/>
              </a:highlight>
              <a:uLnTx/>
              <a:uFillTx/>
              <a:latin typeface="Roboto"/>
              <a:ea typeface="Roboto"/>
              <a:cs typeface="Roboto"/>
              <a:sym typeface="Roboto"/>
            </a:endParaRPr>
          </a:p>
          <a:p>
            <a:pPr marL="0" marR="0" lvl="0" indent="0" algn="l" defTabSz="914400" rtl="0" eaLnBrk="1" fontAlgn="auto" latinLnBrk="0" hangingPunct="1">
              <a:lnSpc>
                <a:spcPct val="115000"/>
              </a:lnSpc>
              <a:spcBef>
                <a:spcPts val="1500"/>
              </a:spcBef>
              <a:spcAft>
                <a:spcPts val="0"/>
              </a:spcAft>
              <a:buClr>
                <a:srgbClr val="000000"/>
              </a:buClr>
              <a:buSzPts val="1100"/>
              <a:buFont typeface="Arial"/>
              <a:buNone/>
              <a:tabLst/>
              <a:defRPr/>
            </a:pPr>
            <a:r>
              <a:rPr kumimoji="0" lang="pt-BR" sz="1800" b="0" i="0" u="none" strike="noStrike" kern="0" cap="none" spc="0" normalizeH="0" baseline="0" noProof="0">
                <a:ln>
                  <a:noFill/>
                </a:ln>
                <a:solidFill>
                  <a:srgbClr val="FFFFFF"/>
                </a:solidFill>
                <a:effectLst/>
                <a:highlight>
                  <a:srgbClr val="000000"/>
                </a:highlight>
                <a:uLnTx/>
                <a:uFillTx/>
                <a:latin typeface="Roboto"/>
                <a:ea typeface="Roboto"/>
                <a:cs typeface="Roboto"/>
                <a:sym typeface="Roboto"/>
              </a:rPr>
              <a:t>A IBM é uma das maiores empresas de tecnologia do mundo, empregando mais de 350.000 pessoas em todo o mundo e atendendo clientes em mais de 170 países”</a:t>
            </a:r>
            <a:endParaRPr kumimoji="0" sz="1800" b="0" i="0" u="none" strike="noStrike" kern="0" cap="none" spc="0" normalizeH="0" baseline="0" noProof="0">
              <a:ln>
                <a:noFill/>
              </a:ln>
              <a:solidFill>
                <a:srgbClr val="FFFFFF"/>
              </a:solidFill>
              <a:effectLst/>
              <a:highlight>
                <a:srgbClr val="000000"/>
              </a:highlight>
              <a:uLnTx/>
              <a:uFillTx/>
              <a:latin typeface="Roboto"/>
              <a:ea typeface="Roboto"/>
              <a:cs typeface="Roboto"/>
              <a:sym typeface="Roboto"/>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1200" b="0" i="0" u="none" strike="noStrike" kern="0" cap="none" spc="0" normalizeH="0" baseline="0" noProof="0">
                <a:ln>
                  <a:noFill/>
                </a:ln>
                <a:solidFill>
                  <a:srgbClr val="000000"/>
                </a:solidFill>
                <a:effectLst/>
                <a:highlight>
                  <a:srgbClr val="000000"/>
                </a:highlight>
                <a:uLnTx/>
                <a:uFillTx/>
                <a:latin typeface="Roboto"/>
                <a:ea typeface="Roboto"/>
                <a:cs typeface="Roboto"/>
                <a:sym typeface="Roboto"/>
              </a:rPr>
              <a:t>A</a:t>
            </a:r>
            <a:endParaRPr kumimoji="0" sz="2800" b="0" i="0" u="none" strike="noStrike" kern="0" cap="none" spc="0" normalizeH="0" baseline="0" noProof="0">
              <a:ln>
                <a:noFill/>
              </a:ln>
              <a:solidFill>
                <a:srgbClr val="F4E9E9"/>
              </a:solidFill>
              <a:effectLst/>
              <a:highlight>
                <a:srgbClr val="000000"/>
              </a:highlight>
              <a:uLnTx/>
              <a:uFillTx/>
              <a:latin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9"/>
        <p:cNvGrpSpPr/>
        <p:nvPr/>
      </p:nvGrpSpPr>
      <p:grpSpPr>
        <a:xfrm>
          <a:off x="0" y="0"/>
          <a:ext cx="0" cy="0"/>
          <a:chOff x="0" y="0"/>
          <a:chExt cx="0" cy="0"/>
        </a:xfrm>
      </p:grpSpPr>
      <p:sp>
        <p:nvSpPr>
          <p:cNvPr id="70" name="Google Shape;70;g1dd86de67e8_0_8"/>
          <p:cNvSpPr txBox="1"/>
          <p:nvPr/>
        </p:nvSpPr>
        <p:spPr>
          <a:xfrm>
            <a:off x="187600" y="286000"/>
            <a:ext cx="11440800" cy="4433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600" b="0" i="0" u="none" strike="noStrike" kern="0" cap="none" spc="0" normalizeH="0" baseline="0" noProof="0">
                <a:ln>
                  <a:noFill/>
                </a:ln>
                <a:solidFill>
                  <a:srgbClr val="FFFFFF"/>
                </a:solidFill>
                <a:effectLst/>
                <a:uLnTx/>
                <a:uFillTx/>
                <a:latin typeface="Arial"/>
                <a:cs typeface="Arial"/>
                <a:sym typeface="Arial"/>
              </a:rPr>
              <a:t>O desafio:</a:t>
            </a:r>
            <a:endParaRPr kumimoji="0" sz="36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0" i="0" u="none" strike="noStrike" kern="0" cap="none" spc="0" normalizeH="0" baseline="0" noProof="0">
                <a:ln>
                  <a:noFill/>
                </a:ln>
                <a:solidFill>
                  <a:srgbClr val="FFFFFF"/>
                </a:solidFill>
                <a:effectLst/>
                <a:uLnTx/>
                <a:uFillTx/>
                <a:latin typeface="Arial"/>
                <a:cs typeface="Arial"/>
                <a:sym typeface="Arial"/>
              </a:rPr>
              <a:t>Como disse o chatGPT, a IBM é uma empresa que trabalha no limite da tecnologia. Um de seus principais desafios atualmente é ligado a “smart cities”. No nosso desafio deveremos estudar maneiras de monitorar trânsito poluição sonora, do ar, rios para prover um painel de controle desses dados, por exemplo, ou de fato propor soluções utilizando tecnologias desenvolvidas por vocês baseados nos conteúdos que aprenderem durante o semestre.</a:t>
            </a:r>
            <a:endParaRPr kumimoji="0" sz="24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0" i="0" u="none" strike="noStrike" kern="0" cap="none" spc="0" normalizeH="0" baseline="0" noProof="0">
                <a:ln>
                  <a:noFill/>
                </a:ln>
                <a:solidFill>
                  <a:srgbClr val="FFFFFF"/>
                </a:solidFill>
                <a:effectLst/>
                <a:uLnTx/>
                <a:uFillTx/>
                <a:latin typeface="Arial"/>
                <a:cs typeface="Arial"/>
                <a:sym typeface="Arial"/>
              </a:rPr>
              <a:t>O tema é bastante aberto propositalmente para que vocês usem a criatividade e proponham soluções originais. Conversem com seus professores e mirem alto.</a:t>
            </a:r>
            <a:endParaRPr kumimoji="0" sz="2400" b="0" i="0" u="none" strike="noStrike" kern="0" cap="none" spc="0" normalizeH="0" baseline="0" noProof="0">
              <a:ln>
                <a:noFill/>
              </a:ln>
              <a:solidFill>
                <a:srgbClr val="FFFFFF"/>
              </a:solidFill>
              <a:effectLst/>
              <a:uLnTx/>
              <a:uFillTx/>
              <a:latin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5"/>
        <p:cNvGrpSpPr/>
        <p:nvPr/>
      </p:nvGrpSpPr>
      <p:grpSpPr>
        <a:xfrm>
          <a:off x="0" y="0"/>
          <a:ext cx="0" cy="0"/>
          <a:chOff x="0" y="0"/>
          <a:chExt cx="0" cy="0"/>
        </a:xfrm>
      </p:grpSpPr>
      <p:sp>
        <p:nvSpPr>
          <p:cNvPr id="76" name="Google Shape;76;g1b66298dae3_0_0"/>
          <p:cNvSpPr txBox="1"/>
          <p:nvPr/>
        </p:nvSpPr>
        <p:spPr>
          <a:xfrm>
            <a:off x="187600" y="286000"/>
            <a:ext cx="11440800" cy="643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600" b="0" i="0" u="none" strike="noStrike" kern="0" cap="none" spc="0" normalizeH="0" baseline="0" noProof="0">
                <a:ln>
                  <a:noFill/>
                </a:ln>
                <a:solidFill>
                  <a:srgbClr val="FFFFFF"/>
                </a:solidFill>
                <a:effectLst/>
                <a:uLnTx/>
                <a:uFillTx/>
                <a:latin typeface="Arial"/>
                <a:cs typeface="Arial"/>
                <a:sym typeface="Arial"/>
              </a:rPr>
              <a:t>O desafio: Cidades Sustentáveis</a:t>
            </a:r>
            <a:endParaRPr kumimoji="0" sz="36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300" b="0" i="0" u="none" strike="noStrike" kern="0" cap="none" spc="0" normalizeH="0" baseline="0" noProof="0">
                <a:ln>
                  <a:noFill/>
                </a:ln>
                <a:solidFill>
                  <a:srgbClr val="FFFFFF"/>
                </a:solidFill>
                <a:effectLst/>
                <a:uLnTx/>
                <a:uFillTx/>
                <a:latin typeface="Arial"/>
                <a:cs typeface="Arial"/>
                <a:sym typeface="Arial"/>
              </a:rPr>
              <a:t>Sustentabilidade é um tema extremamente relevante nas cidades por diversas razões:</a:t>
            </a:r>
            <a:endParaRPr kumimoji="0" sz="23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200" b="0" i="0" u="none" strike="noStrike" kern="0" cap="none" spc="0" normalizeH="0" baseline="0" noProof="0">
              <a:ln>
                <a:noFill/>
              </a:ln>
              <a:solidFill>
                <a:srgbClr val="FFFFFF"/>
              </a:solidFill>
              <a:effectLst/>
              <a:uLnTx/>
              <a:uFillTx/>
              <a:latin typeface="Arial"/>
              <a:cs typeface="Arial"/>
              <a:sym typeface="Arial"/>
            </a:endParaRPr>
          </a:p>
          <a:p>
            <a:pPr marL="1080000" marR="640353" lvl="0" indent="-361950" algn="l" defTabSz="914400" rtl="0" eaLnBrk="1" fontAlgn="auto" latinLnBrk="0" hangingPunct="1">
              <a:lnSpc>
                <a:spcPct val="100000"/>
              </a:lnSpc>
              <a:spcBef>
                <a:spcPts val="0"/>
              </a:spcBef>
              <a:spcAft>
                <a:spcPts val="0"/>
              </a:spcAft>
              <a:buClr>
                <a:srgbClr val="FFFFFF"/>
              </a:buClr>
              <a:buSzPts val="2100"/>
              <a:buFont typeface="Arial"/>
              <a:buChar char="●"/>
              <a:tabLst/>
              <a:defRPr/>
            </a:pPr>
            <a:r>
              <a:rPr kumimoji="0" lang="pt-BR" sz="2100" b="1" i="0" u="none" strike="noStrike" kern="0" cap="none" spc="0" normalizeH="0" baseline="0" noProof="0">
                <a:ln>
                  <a:noFill/>
                </a:ln>
                <a:solidFill>
                  <a:srgbClr val="FFFFFF"/>
                </a:solidFill>
                <a:effectLst/>
                <a:uLnTx/>
                <a:uFillTx/>
                <a:latin typeface="Arial"/>
                <a:cs typeface="Arial"/>
                <a:sym typeface="Arial"/>
              </a:rPr>
              <a:t>Meio Ambiente</a:t>
            </a:r>
            <a:r>
              <a:rPr kumimoji="0" lang="pt-BR" sz="2100" b="0" i="0" u="none" strike="noStrike" kern="0" cap="none" spc="0" normalizeH="0" baseline="0" noProof="0">
                <a:ln>
                  <a:noFill/>
                </a:ln>
                <a:solidFill>
                  <a:srgbClr val="FFFFFF"/>
                </a:solidFill>
                <a:effectLst/>
                <a:uLnTx/>
                <a:uFillTx/>
                <a:latin typeface="Arial"/>
                <a:cs typeface="Arial"/>
                <a:sym typeface="Arial"/>
              </a:rPr>
              <a:t>: Centros urbanos concentram o consumo de recursos naturais e geram enormes volumes de resíduos potencialmente poluidores da água, ar e solo</a:t>
            </a:r>
            <a:endParaRPr kumimoji="0" sz="2100" b="0" i="0" u="none" strike="noStrike" kern="0" cap="none" spc="0" normalizeH="0" baseline="0" noProof="0">
              <a:ln>
                <a:noFill/>
              </a:ln>
              <a:solidFill>
                <a:srgbClr val="FFFFFF"/>
              </a:solidFill>
              <a:effectLst/>
              <a:uLnTx/>
              <a:uFillTx/>
              <a:latin typeface="Arial"/>
              <a:cs typeface="Arial"/>
              <a:sym typeface="Arial"/>
            </a:endParaRPr>
          </a:p>
          <a:p>
            <a:pPr marL="1080000" marR="640353" lvl="0" indent="-22860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700" b="0" i="0" u="none" strike="noStrike" kern="0" cap="none" spc="0" normalizeH="0" baseline="0" noProof="0">
              <a:ln>
                <a:noFill/>
              </a:ln>
              <a:solidFill>
                <a:srgbClr val="FFFFFF"/>
              </a:solidFill>
              <a:effectLst/>
              <a:uLnTx/>
              <a:uFillTx/>
              <a:latin typeface="Arial"/>
              <a:cs typeface="Arial"/>
              <a:sym typeface="Arial"/>
            </a:endParaRPr>
          </a:p>
          <a:p>
            <a:pPr marL="1080000" marR="640353" lvl="0" indent="-361950" algn="l" defTabSz="914400" rtl="0" eaLnBrk="1" fontAlgn="auto" latinLnBrk="0" hangingPunct="1">
              <a:lnSpc>
                <a:spcPct val="100000"/>
              </a:lnSpc>
              <a:spcBef>
                <a:spcPts val="0"/>
              </a:spcBef>
              <a:spcAft>
                <a:spcPts val="0"/>
              </a:spcAft>
              <a:buClr>
                <a:srgbClr val="FFFFFF"/>
              </a:buClr>
              <a:buSzPts val="2100"/>
              <a:buFont typeface="Arial"/>
              <a:buChar char="●"/>
              <a:tabLst/>
              <a:defRPr/>
            </a:pPr>
            <a:r>
              <a:rPr kumimoji="0" lang="pt-BR" sz="2100" b="1" i="0" u="none" strike="noStrike" kern="0" cap="none" spc="0" normalizeH="0" baseline="0" noProof="0">
                <a:ln>
                  <a:noFill/>
                </a:ln>
                <a:solidFill>
                  <a:srgbClr val="FFFFFF"/>
                </a:solidFill>
                <a:effectLst/>
                <a:uLnTx/>
                <a:uFillTx/>
                <a:latin typeface="Arial"/>
                <a:cs typeface="Arial"/>
                <a:sym typeface="Arial"/>
              </a:rPr>
              <a:t>Efeito Estufa</a:t>
            </a:r>
            <a:r>
              <a:rPr kumimoji="0" lang="pt-BR" sz="2100" b="0" i="0" u="none" strike="noStrike" kern="0" cap="none" spc="0" normalizeH="0" baseline="0" noProof="0">
                <a:ln>
                  <a:noFill/>
                </a:ln>
                <a:solidFill>
                  <a:srgbClr val="FFFFFF"/>
                </a:solidFill>
                <a:effectLst/>
                <a:uLnTx/>
                <a:uFillTx/>
                <a:latin typeface="Arial"/>
                <a:cs typeface="Arial"/>
                <a:sym typeface="Arial"/>
              </a:rPr>
              <a:t>: Centros urbanos são responsáveis por grande parte da emissão de gases de efeito estufa, especialmente pelo alto consumo de combustíveis fósseis</a:t>
            </a:r>
            <a:endParaRPr kumimoji="0" sz="2100" b="0" i="0" u="none" strike="noStrike" kern="0" cap="none" spc="0" normalizeH="0" baseline="0" noProof="0">
              <a:ln>
                <a:noFill/>
              </a:ln>
              <a:solidFill>
                <a:srgbClr val="FFFFFF"/>
              </a:solidFill>
              <a:effectLst/>
              <a:uLnTx/>
              <a:uFillTx/>
              <a:latin typeface="Arial"/>
              <a:cs typeface="Arial"/>
              <a:sym typeface="Arial"/>
            </a:endParaRPr>
          </a:p>
          <a:p>
            <a:pPr marL="1080000" marR="640353" lvl="0" indent="-22860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700" b="0" i="0" u="none" strike="noStrike" kern="0" cap="none" spc="0" normalizeH="0" baseline="0" noProof="0">
              <a:ln>
                <a:noFill/>
              </a:ln>
              <a:solidFill>
                <a:srgbClr val="FFFFFF"/>
              </a:solidFill>
              <a:effectLst/>
              <a:uLnTx/>
              <a:uFillTx/>
              <a:latin typeface="Arial"/>
              <a:cs typeface="Arial"/>
              <a:sym typeface="Arial"/>
            </a:endParaRPr>
          </a:p>
          <a:p>
            <a:pPr marL="1080000" marR="640353" lvl="0" indent="-361950" algn="l" defTabSz="914400" rtl="0" eaLnBrk="1" fontAlgn="auto" latinLnBrk="0" hangingPunct="1">
              <a:lnSpc>
                <a:spcPct val="100000"/>
              </a:lnSpc>
              <a:spcBef>
                <a:spcPts val="0"/>
              </a:spcBef>
              <a:spcAft>
                <a:spcPts val="0"/>
              </a:spcAft>
              <a:buClr>
                <a:srgbClr val="FFFFFF"/>
              </a:buClr>
              <a:buSzPts val="2100"/>
              <a:buFont typeface="Arial"/>
              <a:buChar char="●"/>
              <a:tabLst/>
              <a:defRPr/>
            </a:pPr>
            <a:r>
              <a:rPr kumimoji="0" lang="pt-BR" sz="2100" b="1" i="0" u="none" strike="noStrike" kern="0" cap="none" spc="0" normalizeH="0" baseline="0" noProof="0">
                <a:ln>
                  <a:noFill/>
                </a:ln>
                <a:solidFill>
                  <a:srgbClr val="FFFFFF"/>
                </a:solidFill>
                <a:effectLst/>
                <a:uLnTx/>
                <a:uFillTx/>
                <a:latin typeface="Arial"/>
                <a:cs typeface="Arial"/>
                <a:sym typeface="Arial"/>
              </a:rPr>
              <a:t>Disponibilidade de Recursos</a:t>
            </a:r>
            <a:r>
              <a:rPr kumimoji="0" lang="pt-BR" sz="2100" b="0" i="0" u="none" strike="noStrike" kern="0" cap="none" spc="0" normalizeH="0" baseline="0" noProof="0">
                <a:ln>
                  <a:noFill/>
                </a:ln>
                <a:solidFill>
                  <a:srgbClr val="FFFFFF"/>
                </a:solidFill>
                <a:effectLst/>
                <a:uLnTx/>
                <a:uFillTx/>
                <a:latin typeface="Arial"/>
                <a:cs typeface="Arial"/>
                <a:sym typeface="Arial"/>
              </a:rPr>
              <a:t>: Centros urbanos são altos consumidores de energia elétrica e água, cujos custos de fornecimento para a população estão em constante crescimento</a:t>
            </a:r>
            <a:endParaRPr kumimoji="0" sz="2100" b="0" i="0" u="none" strike="noStrike" kern="0" cap="none" spc="0" normalizeH="0" baseline="0" noProof="0">
              <a:ln>
                <a:noFill/>
              </a:ln>
              <a:solidFill>
                <a:srgbClr val="FFFFFF"/>
              </a:solidFill>
              <a:effectLst/>
              <a:uLnTx/>
              <a:uFillTx/>
              <a:latin typeface="Arial"/>
              <a:cs typeface="Arial"/>
              <a:sym typeface="Arial"/>
            </a:endParaRPr>
          </a:p>
          <a:p>
            <a:pPr marL="1080000" marR="640353" lvl="0" indent="-22860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700" b="0" i="0" u="none" strike="noStrike" kern="0" cap="none" spc="0" normalizeH="0" baseline="0" noProof="0">
              <a:ln>
                <a:noFill/>
              </a:ln>
              <a:solidFill>
                <a:srgbClr val="FFFFFF"/>
              </a:solidFill>
              <a:effectLst/>
              <a:uLnTx/>
              <a:uFillTx/>
              <a:latin typeface="Arial"/>
              <a:cs typeface="Arial"/>
              <a:sym typeface="Arial"/>
            </a:endParaRPr>
          </a:p>
          <a:p>
            <a:pPr marL="1080000" marR="640353" lvl="0" indent="-361950" algn="l" defTabSz="914400" rtl="0" eaLnBrk="1" fontAlgn="auto" latinLnBrk="0" hangingPunct="1">
              <a:lnSpc>
                <a:spcPct val="100000"/>
              </a:lnSpc>
              <a:spcBef>
                <a:spcPts val="0"/>
              </a:spcBef>
              <a:spcAft>
                <a:spcPts val="0"/>
              </a:spcAft>
              <a:buClr>
                <a:srgbClr val="FFFFFF"/>
              </a:buClr>
              <a:buSzPts val="2100"/>
              <a:buFont typeface="Arial"/>
              <a:buChar char="●"/>
              <a:tabLst/>
              <a:defRPr/>
            </a:pPr>
            <a:r>
              <a:rPr kumimoji="0" lang="pt-BR" sz="2100" b="1" i="0" u="none" strike="noStrike" kern="0" cap="none" spc="0" normalizeH="0" baseline="0" noProof="0">
                <a:ln>
                  <a:noFill/>
                </a:ln>
                <a:solidFill>
                  <a:srgbClr val="FFFFFF"/>
                </a:solidFill>
                <a:effectLst/>
                <a:uLnTx/>
                <a:uFillTx/>
                <a:latin typeface="Arial"/>
                <a:cs typeface="Arial"/>
                <a:sym typeface="Arial"/>
              </a:rPr>
              <a:t>Qualidade de Vida</a:t>
            </a:r>
            <a:r>
              <a:rPr kumimoji="0" lang="pt-BR" sz="2100" b="0" i="0" u="none" strike="noStrike" kern="0" cap="none" spc="0" normalizeH="0" baseline="0" noProof="0">
                <a:ln>
                  <a:noFill/>
                </a:ln>
                <a:solidFill>
                  <a:srgbClr val="FFFFFF"/>
                </a:solidFill>
                <a:effectLst/>
                <a:uLnTx/>
                <a:uFillTx/>
                <a:latin typeface="Arial"/>
                <a:cs typeface="Arial"/>
                <a:sym typeface="Arial"/>
              </a:rPr>
              <a:t>: Com a redução de espaços verdes as cidades têm oferecido cada vez menos opções de lazer saudável para os cidadãos.</a:t>
            </a:r>
            <a:endParaRPr kumimoji="0" sz="2100" b="0" i="0" u="none" strike="noStrike" kern="0" cap="none" spc="0" normalizeH="0" baseline="0" noProof="0">
              <a:ln>
                <a:noFill/>
              </a:ln>
              <a:solidFill>
                <a:srgbClr val="FFFFFF"/>
              </a:solidFill>
              <a:effectLst/>
              <a:uLnTx/>
              <a:uFillTx/>
              <a:latin typeface="Arial"/>
              <a:cs typeface="Arial"/>
              <a:sym typeface="Arial"/>
            </a:endParaRPr>
          </a:p>
          <a:p>
            <a:pPr marL="1080000" marR="640353" lvl="0" indent="-22860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700" b="0" i="0" u="none" strike="noStrike" kern="0" cap="none" spc="0" normalizeH="0" baseline="0" noProof="0">
              <a:ln>
                <a:noFill/>
              </a:ln>
              <a:solidFill>
                <a:srgbClr val="FFFFFF"/>
              </a:solidFill>
              <a:effectLst/>
              <a:uLnTx/>
              <a:uFillTx/>
              <a:latin typeface="Arial"/>
              <a:cs typeface="Arial"/>
              <a:sym typeface="Arial"/>
            </a:endParaRPr>
          </a:p>
          <a:p>
            <a:pPr marL="1080000" marR="640353" lvl="0" indent="-361950" algn="l" defTabSz="914400" rtl="0" eaLnBrk="1" fontAlgn="auto" latinLnBrk="0" hangingPunct="1">
              <a:lnSpc>
                <a:spcPct val="100000"/>
              </a:lnSpc>
              <a:spcBef>
                <a:spcPts val="0"/>
              </a:spcBef>
              <a:spcAft>
                <a:spcPts val="0"/>
              </a:spcAft>
              <a:buClr>
                <a:srgbClr val="FFFFFF"/>
              </a:buClr>
              <a:buSzPts val="2100"/>
              <a:buFont typeface="Arial"/>
              <a:buChar char="●"/>
              <a:tabLst/>
              <a:defRPr/>
            </a:pPr>
            <a:r>
              <a:rPr kumimoji="0" lang="pt-BR" sz="2100" b="1" i="0" u="none" strike="noStrike" kern="0" cap="none" spc="0" normalizeH="0" baseline="0" noProof="0">
                <a:ln>
                  <a:noFill/>
                </a:ln>
                <a:solidFill>
                  <a:srgbClr val="FFFFFF"/>
                </a:solidFill>
                <a:effectLst/>
                <a:uLnTx/>
                <a:uFillTx/>
                <a:latin typeface="Arial"/>
                <a:cs typeface="Arial"/>
                <a:sym typeface="Arial"/>
              </a:rPr>
              <a:t>Resiliência</a:t>
            </a:r>
            <a:r>
              <a:rPr kumimoji="0" lang="pt-BR" sz="2100" b="0" i="0" u="none" strike="noStrike" kern="0" cap="none" spc="0" normalizeH="0" baseline="0" noProof="0">
                <a:ln>
                  <a:noFill/>
                </a:ln>
                <a:solidFill>
                  <a:srgbClr val="FFFFFF"/>
                </a:solidFill>
                <a:effectLst/>
                <a:uLnTx/>
                <a:uFillTx/>
                <a:latin typeface="Arial"/>
                <a:cs typeface="Arial"/>
                <a:sym typeface="Arial"/>
              </a:rPr>
              <a:t>: Cidades sustentáveis são mais resistentes a desastres naturais e crises econômicas, com maior capacidade de recuperação</a:t>
            </a:r>
            <a:endParaRPr kumimoji="0" sz="2100" b="0" i="0" u="none" strike="noStrike" kern="0" cap="none" spc="0" normalizeH="0" baseline="0" noProof="0">
              <a:ln>
                <a:noFill/>
              </a:ln>
              <a:solidFill>
                <a:srgbClr val="FFFFFF"/>
              </a:solidFill>
              <a:effectLst/>
              <a:uLnTx/>
              <a:uFillTx/>
              <a:latin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0"/>
        <p:cNvGrpSpPr/>
        <p:nvPr/>
      </p:nvGrpSpPr>
      <p:grpSpPr>
        <a:xfrm>
          <a:off x="0" y="0"/>
          <a:ext cx="0" cy="0"/>
          <a:chOff x="0" y="0"/>
          <a:chExt cx="0" cy="0"/>
        </a:xfrm>
      </p:grpSpPr>
      <p:sp>
        <p:nvSpPr>
          <p:cNvPr id="81" name="Google Shape;81;g1b66298dae3_0_4"/>
          <p:cNvSpPr txBox="1"/>
          <p:nvPr/>
        </p:nvSpPr>
        <p:spPr>
          <a:xfrm>
            <a:off x="187600" y="286000"/>
            <a:ext cx="11440800" cy="57105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600" b="0" i="0" u="none" strike="noStrike" kern="0" cap="none" spc="0" normalizeH="0" baseline="0" noProof="0">
                <a:ln>
                  <a:noFill/>
                </a:ln>
                <a:solidFill>
                  <a:srgbClr val="FFFFFF"/>
                </a:solidFill>
                <a:effectLst/>
                <a:uLnTx/>
                <a:uFillTx/>
                <a:latin typeface="Arial"/>
                <a:cs typeface="Arial"/>
                <a:sym typeface="Arial"/>
              </a:rPr>
              <a:t>O desafio: Cidades Sustentáveis</a:t>
            </a:r>
            <a:endParaRPr kumimoji="0" sz="36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300" b="0" i="0" u="none" strike="noStrike" kern="0" cap="none" spc="0" normalizeH="0" baseline="0" noProof="0">
                <a:ln>
                  <a:noFill/>
                </a:ln>
                <a:solidFill>
                  <a:srgbClr val="FFFFFF"/>
                </a:solidFill>
                <a:effectLst/>
                <a:uLnTx/>
                <a:uFillTx/>
                <a:latin typeface="Arial"/>
                <a:cs typeface="Arial"/>
                <a:sym typeface="Arial"/>
              </a:rPr>
              <a:t>Ciente de sua responsabilidade e da potencialidade das tecnologias para a criação de centros urbanos mais sustentáveis a IBM traz como desafio: </a:t>
            </a:r>
            <a:endParaRPr kumimoji="0" sz="2300" b="0" i="0" u="none" strike="noStrike" kern="0" cap="none" spc="0" normalizeH="0" baseline="0" noProof="0">
              <a:ln>
                <a:noFill/>
              </a:ln>
              <a:solidFill>
                <a:srgbClr val="FFFFFF"/>
              </a:solidFill>
              <a:effectLst/>
              <a:uLnTx/>
              <a:uFillTx/>
              <a:latin typeface="Arial"/>
              <a:cs typeface="Arial"/>
              <a:sym typeface="Arial"/>
            </a:endParaRPr>
          </a:p>
          <a:p>
            <a:pPr marL="45720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FFFFFF"/>
              </a:solidFill>
              <a:effectLst/>
              <a:uLnTx/>
              <a:uFillTx/>
              <a:latin typeface="Arial"/>
              <a:cs typeface="Arial"/>
              <a:sym typeface="Arial"/>
            </a:endParaRPr>
          </a:p>
          <a:p>
            <a:pPr marL="1080000" marR="820352"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300" b="1" i="0" u="none" strike="noStrike" kern="0" cap="none" spc="0" normalizeH="0" baseline="0" noProof="0">
                <a:ln>
                  <a:noFill/>
                </a:ln>
                <a:solidFill>
                  <a:srgbClr val="FFFFFF"/>
                </a:solidFill>
                <a:effectLst/>
                <a:uLnTx/>
                <a:uFillTx/>
                <a:latin typeface="Arial"/>
                <a:cs typeface="Arial"/>
                <a:sym typeface="Arial"/>
              </a:rPr>
              <a:t>Como usar a tecnologia de modo inteligente e responsável para criar ambientes sustentáveis nas cidades?</a:t>
            </a:r>
            <a:endParaRPr kumimoji="0" sz="2300" b="1" i="0" u="none" strike="noStrike" kern="0" cap="none" spc="0" normalizeH="0" baseline="0" noProof="0">
              <a:ln>
                <a:noFill/>
              </a:ln>
              <a:solidFill>
                <a:srgbClr val="FFFFFF"/>
              </a:solidFill>
              <a:effectLst/>
              <a:uLnTx/>
              <a:uFillTx/>
              <a:latin typeface="Arial"/>
              <a:cs typeface="Arial"/>
              <a:sym typeface="Arial"/>
            </a:endParaRPr>
          </a:p>
          <a:p>
            <a:pPr marL="1080000" marR="820352"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FFFFFF"/>
              </a:solidFill>
              <a:effectLst/>
              <a:uLnTx/>
              <a:uFillTx/>
              <a:latin typeface="Arial"/>
              <a:cs typeface="Arial"/>
              <a:sym typeface="Arial"/>
            </a:endParaRPr>
          </a:p>
          <a:p>
            <a:pPr marL="1080000" marR="820352"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300" b="0" i="0" u="none" strike="noStrike" kern="0" cap="none" spc="0" normalizeH="0" baseline="0" noProof="0">
                <a:ln>
                  <a:noFill/>
                </a:ln>
                <a:solidFill>
                  <a:srgbClr val="FFFFFF"/>
                </a:solidFill>
                <a:effectLst/>
                <a:uLnTx/>
                <a:uFillTx/>
                <a:latin typeface="Arial"/>
                <a:cs typeface="Arial"/>
                <a:sym typeface="Arial"/>
              </a:rPr>
              <a:t>Vocês têm  como desafio propor soluções de sustentabilidade para os centros urbanos, usando tecnologia e os conhecimentos adquiridos ao longo do curso, podendo assim contribuir para a conscientização da população e das organizações, para o monitoramento ambiental, o tratamento de problemas ou mesmo para propiciar a recuperação do impacto de problemas que afetem o meio ambiente e o bem estar dos cidadãos</a:t>
            </a:r>
            <a:endParaRPr kumimoji="0" sz="2300" b="0" i="0" u="none" strike="noStrike" kern="0" cap="none" spc="0" normalizeH="0" baseline="0" noProof="0">
              <a:ln>
                <a:noFill/>
              </a:ln>
              <a:solidFill>
                <a:srgbClr val="FFFFFF"/>
              </a:solidFill>
              <a:effectLst/>
              <a:uLnTx/>
              <a:uFillTx/>
              <a:latin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179FADB0-997A-4BCB-98E5-25C02EC454F4}"/>
              </a:ext>
            </a:extLst>
          </p:cNvPr>
          <p:cNvSpPr>
            <a:spLocks noGrp="1"/>
          </p:cNvSpPr>
          <p:nvPr>
            <p:ph type="subTitle" idx="1"/>
          </p:nvPr>
        </p:nvSpPr>
        <p:spPr>
          <a:xfrm>
            <a:off x="1524000" y="781878"/>
            <a:ext cx="9144000" cy="3309730"/>
          </a:xfrm>
        </p:spPr>
        <p:txBody>
          <a:bodyPr>
            <a:normAutofit/>
          </a:bodyPr>
          <a:lstStyle/>
          <a:p>
            <a:pPr algn="l"/>
            <a:r>
              <a:rPr lang="pt-BR" dirty="0"/>
              <a:t>Grupo:</a:t>
            </a:r>
          </a:p>
          <a:p>
            <a:pPr algn="l"/>
            <a:r>
              <a:rPr lang="pt-BR" dirty="0"/>
              <a:t>Nome dos componentes: </a:t>
            </a:r>
          </a:p>
          <a:p>
            <a:pPr marL="342900" indent="-342900" algn="l">
              <a:buFont typeface="Arial" panose="020B0604020202020204" pitchFamily="34" charset="0"/>
              <a:buChar char="•"/>
            </a:pPr>
            <a:r>
              <a:rPr lang="pt-BR" dirty="0" err="1"/>
              <a:t>Xx</a:t>
            </a:r>
            <a:endParaRPr lang="pt-BR" dirty="0"/>
          </a:p>
          <a:p>
            <a:pPr marL="342900" indent="-342900" algn="l">
              <a:buFont typeface="Arial" panose="020B0604020202020204" pitchFamily="34" charset="0"/>
              <a:buChar char="•"/>
            </a:pPr>
            <a:r>
              <a:rPr lang="pt-BR" dirty="0" err="1"/>
              <a:t>Xx</a:t>
            </a:r>
            <a:endParaRPr lang="pt-BR" dirty="0"/>
          </a:p>
          <a:p>
            <a:pPr marL="342900" indent="-342900" algn="l">
              <a:buFont typeface="Arial" panose="020B0604020202020204" pitchFamily="34" charset="0"/>
              <a:buChar char="•"/>
            </a:pPr>
            <a:r>
              <a:rPr lang="pt-BR" dirty="0" err="1"/>
              <a:t>Xx</a:t>
            </a:r>
            <a:endParaRPr lang="pt-BR" dirty="0"/>
          </a:p>
          <a:p>
            <a:pPr marL="342900" indent="-342900" algn="l">
              <a:buFont typeface="Arial" panose="020B0604020202020204" pitchFamily="34" charset="0"/>
              <a:buChar char="•"/>
            </a:pPr>
            <a:r>
              <a:rPr lang="pt-BR" dirty="0" err="1"/>
              <a:t>Xx</a:t>
            </a:r>
            <a:endParaRPr lang="pt-BR" dirty="0"/>
          </a:p>
          <a:p>
            <a:pPr marL="342900" indent="-342900" algn="l">
              <a:buFont typeface="Arial" panose="020B0604020202020204" pitchFamily="34" charset="0"/>
              <a:buChar char="•"/>
            </a:pPr>
            <a:endParaRPr lang="pt-BR" dirty="0"/>
          </a:p>
          <a:p>
            <a:endParaRPr lang="pt-BR" dirty="0"/>
          </a:p>
        </p:txBody>
      </p:sp>
    </p:spTree>
    <p:extLst>
      <p:ext uri="{BB962C8B-B14F-4D97-AF65-F5344CB8AC3E}">
        <p14:creationId xmlns:p14="http://schemas.microsoft.com/office/powerpoint/2010/main" val="3264151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83"/>
        <p:cNvGrpSpPr/>
        <p:nvPr/>
      </p:nvGrpSpPr>
      <p:grpSpPr>
        <a:xfrm>
          <a:off x="0" y="0"/>
          <a:ext cx="0" cy="0"/>
          <a:chOff x="0" y="0"/>
          <a:chExt cx="0" cy="0"/>
        </a:xfrm>
      </p:grpSpPr>
      <p:sp>
        <p:nvSpPr>
          <p:cNvPr id="284" name="Google Shape;284;p29"/>
          <p:cNvSpPr txBox="1"/>
          <p:nvPr/>
        </p:nvSpPr>
        <p:spPr>
          <a:xfrm>
            <a:off x="210128" y="424825"/>
            <a:ext cx="6174300" cy="4155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100" b="1" i="0" u="none" strike="noStrike" kern="0" cap="none" spc="0" normalizeH="0" baseline="0" noProof="0" dirty="0">
                <a:ln>
                  <a:noFill/>
                </a:ln>
                <a:solidFill>
                  <a:srgbClr val="FFFFFF"/>
                </a:solidFill>
                <a:effectLst/>
                <a:uLnTx/>
                <a:uFillTx/>
                <a:latin typeface="Arial"/>
                <a:cs typeface="Arial"/>
                <a:sym typeface="Arial"/>
              </a:rPr>
              <a:t>Storytelling e Inspiração Empreendedora</a:t>
            </a:r>
            <a:endParaRPr kumimoji="0" sz="2400" b="0" i="0" u="none" strike="noStrike" kern="0" cap="none" spc="0" normalizeH="0" baseline="0" noProof="0" dirty="0">
              <a:ln>
                <a:noFill/>
              </a:ln>
              <a:solidFill>
                <a:srgbClr val="FFFFFF"/>
              </a:solidFill>
              <a:effectLst/>
              <a:uLnTx/>
              <a:uFillTx/>
              <a:latin typeface="Arial"/>
              <a:ea typeface="Arial"/>
              <a:cs typeface="Arial"/>
              <a:sym typeface="Arial"/>
            </a:endParaRPr>
          </a:p>
        </p:txBody>
      </p:sp>
      <p:pic>
        <p:nvPicPr>
          <p:cNvPr id="285" name="Google Shape;285;p29" descr="shape_27.png"/>
          <p:cNvPicPr preferRelativeResize="0"/>
          <p:nvPr/>
        </p:nvPicPr>
        <p:blipFill rotWithShape="1">
          <a:blip r:embed="rId3">
            <a:alphaModFix/>
          </a:blip>
          <a:srcRect/>
          <a:stretch/>
        </p:blipFill>
        <p:spPr>
          <a:xfrm>
            <a:off x="210128" y="6298843"/>
            <a:ext cx="11761590" cy="641350"/>
          </a:xfrm>
          <a:prstGeom prst="rect">
            <a:avLst/>
          </a:prstGeom>
          <a:noFill/>
          <a:ln>
            <a:noFill/>
          </a:ln>
        </p:spPr>
      </p:pic>
      <p:pic>
        <p:nvPicPr>
          <p:cNvPr id="286" name="Google Shape;286;p29"/>
          <p:cNvPicPr preferRelativeResize="0"/>
          <p:nvPr/>
        </p:nvPicPr>
        <p:blipFill rotWithShape="1">
          <a:blip r:embed="rId4">
            <a:alphaModFix/>
          </a:blip>
          <a:srcRect/>
          <a:stretch/>
        </p:blipFill>
        <p:spPr>
          <a:xfrm>
            <a:off x="10416111" y="338293"/>
            <a:ext cx="1555615" cy="641350"/>
          </a:xfrm>
          <a:prstGeom prst="rect">
            <a:avLst/>
          </a:prstGeom>
          <a:noFill/>
          <a:ln>
            <a:noFill/>
          </a:ln>
        </p:spPr>
      </p:pic>
      <p:sp>
        <p:nvSpPr>
          <p:cNvPr id="287" name="Google Shape;287;p29"/>
          <p:cNvSpPr txBox="1"/>
          <p:nvPr/>
        </p:nvSpPr>
        <p:spPr>
          <a:xfrm>
            <a:off x="210128" y="1673002"/>
            <a:ext cx="11151706" cy="3046948"/>
          </a:xfrm>
          <a:prstGeom prst="rect">
            <a:avLst/>
          </a:prstGeom>
          <a:noFill/>
          <a:ln>
            <a:noFill/>
          </a:ln>
        </p:spPr>
        <p:txBody>
          <a:bodyPr spcFirstLastPara="1" wrap="square" lIns="91425" tIns="45700" rIns="91425" bIns="45700" anchor="t" anchorCtr="0">
            <a:spAutoFit/>
          </a:bodyPr>
          <a:lstStyle/>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0" i="0" u="none" strike="noStrike" kern="0" cap="none" spc="0" normalizeH="0" baseline="0" noProof="0" dirty="0">
                <a:ln>
                  <a:noFill/>
                </a:ln>
                <a:solidFill>
                  <a:srgbClr val="4F81BD"/>
                </a:solidFill>
                <a:effectLst/>
                <a:uLnTx/>
                <a:uFillTx/>
                <a:latin typeface="Arial" panose="020B0604020202020204" pitchFamily="34" charset="0"/>
                <a:cs typeface="Arial"/>
                <a:sym typeface="Arial"/>
              </a:rPr>
              <a:t>▣ </a:t>
            </a:r>
            <a:r>
              <a:rPr kumimoji="0" lang="pt-BR" sz="2400" b="1" i="0" u="none" strike="noStrike" kern="0" cap="none" spc="0" normalizeH="0" baseline="0" noProof="0" dirty="0">
                <a:ln>
                  <a:noFill/>
                </a:ln>
                <a:solidFill>
                  <a:srgbClr val="FFFFFF"/>
                </a:solidFill>
                <a:effectLst/>
                <a:uLnTx/>
                <a:uFillTx/>
                <a:latin typeface="Arial" panose="020B0604020202020204" pitchFamily="34" charset="0"/>
                <a:cs typeface="Arial"/>
                <a:sym typeface="Arial"/>
              </a:rPr>
              <a:t>Sprint 1: </a:t>
            </a:r>
            <a:r>
              <a:rPr kumimoji="0" lang="pt-BR" sz="2400" b="1" i="0" u="none" strike="noStrike" kern="0" cap="none" spc="0" normalizeH="0" baseline="0" noProof="0" dirty="0" err="1">
                <a:ln>
                  <a:noFill/>
                </a:ln>
                <a:solidFill>
                  <a:srgbClr val="FFFFFF"/>
                </a:solidFill>
                <a:effectLst/>
                <a:uLnTx/>
                <a:uFillTx/>
                <a:latin typeface="Arial" panose="020B0604020202020204" pitchFamily="34" charset="0"/>
                <a:cs typeface="Arial"/>
                <a:sym typeface="Arial"/>
              </a:rPr>
              <a:t>ppt</a:t>
            </a:r>
            <a:r>
              <a:rPr kumimoji="0" lang="pt-BR" sz="2400" b="1" i="0" u="none" strike="noStrike" kern="0" cap="none" spc="0" normalizeH="0" baseline="0" noProof="0" dirty="0">
                <a:ln>
                  <a:noFill/>
                </a:ln>
                <a:solidFill>
                  <a:srgbClr val="FFFFFF"/>
                </a:solidFill>
                <a:effectLst/>
                <a:uLnTx/>
                <a:uFillTx/>
                <a:latin typeface="Arial" panose="020B0604020202020204" pitchFamily="34" charset="0"/>
                <a:cs typeface="Arial"/>
                <a:sym typeface="Arial"/>
              </a:rPr>
              <a:t> com (1) apresentação da estruturação do tema com dores e problemas mapeados dentro desse cenário, e (2) ideia que resolve as dores e problemas levantados da empresa (IBM).</a:t>
            </a:r>
            <a:endParaRPr kumimoji="0" lang="pt-BR" sz="2400" b="0" i="0" u="none" strike="noStrike" kern="0" cap="none" spc="0" normalizeH="0" baseline="0" noProof="0" dirty="0">
              <a:ln>
                <a:noFill/>
              </a:ln>
              <a:solidFill>
                <a:srgbClr val="222222"/>
              </a:solidFill>
              <a:effectLst/>
              <a:uLnTx/>
              <a:uFillTx/>
              <a:latin typeface="Arial" panose="020B0604020202020204" pitchFamily="34" charset="0"/>
              <a:cs typeface="Arial"/>
              <a:sym typeface="Arial"/>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400" b="0" i="0" u="none" strike="noStrike" kern="0" cap="none" spc="0" normalizeH="0" baseline="0" noProof="0" dirty="0">
              <a:ln>
                <a:noFill/>
              </a:ln>
              <a:solidFill>
                <a:srgbClr val="222222"/>
              </a:solidFill>
              <a:effectLst/>
              <a:uLnTx/>
              <a:uFillTx/>
              <a:latin typeface="Arial" panose="020B0604020202020204" pitchFamily="34" charset="0"/>
              <a:cs typeface="Arial"/>
              <a:sym typeface="Arial"/>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400" b="0" i="0" u="none" strike="noStrike" kern="0" cap="none" spc="0" normalizeH="0" baseline="0" noProof="0" dirty="0">
                <a:ln>
                  <a:noFill/>
                </a:ln>
                <a:solidFill>
                  <a:srgbClr val="4F81BD"/>
                </a:solidFill>
                <a:effectLst/>
                <a:uLnTx/>
                <a:uFillTx/>
                <a:latin typeface="Arial"/>
                <a:cs typeface="Arial"/>
                <a:sym typeface="Arial"/>
              </a:rPr>
              <a:t>▣ </a:t>
            </a:r>
            <a:r>
              <a:rPr kumimoji="0" lang="pt-BR" sz="2400" b="1" i="0" u="none" strike="noStrike" kern="0" cap="none" spc="0" normalizeH="0" baseline="0" noProof="0" dirty="0">
                <a:ln>
                  <a:noFill/>
                </a:ln>
                <a:solidFill>
                  <a:srgbClr val="FFFFFF"/>
                </a:solidFill>
                <a:effectLst/>
                <a:uLnTx/>
                <a:uFillTx/>
                <a:latin typeface="Arial"/>
                <a:cs typeface="Arial"/>
                <a:sym typeface="Arial"/>
              </a:rPr>
              <a:t>Sprint 2: </a:t>
            </a:r>
            <a:r>
              <a:rPr kumimoji="0" lang="pt-BR" sz="2400" b="1" i="0" u="none" strike="noStrike" kern="0" cap="none" spc="0" normalizeH="0" baseline="0" noProof="0" dirty="0" err="1">
                <a:ln>
                  <a:noFill/>
                </a:ln>
                <a:solidFill>
                  <a:srgbClr val="FFFFFF"/>
                </a:solidFill>
                <a:effectLst/>
                <a:uLnTx/>
                <a:uFillTx/>
                <a:latin typeface="Arial"/>
                <a:cs typeface="Arial"/>
                <a:sym typeface="Arial"/>
              </a:rPr>
              <a:t>ppt</a:t>
            </a:r>
            <a:r>
              <a:rPr kumimoji="0" lang="pt-BR" sz="2400" b="1" i="0" u="none" strike="noStrike" kern="0" cap="none" spc="0" normalizeH="0" baseline="0" noProof="0" dirty="0">
                <a:ln>
                  <a:noFill/>
                </a:ln>
                <a:solidFill>
                  <a:srgbClr val="FFFFFF"/>
                </a:solidFill>
                <a:effectLst/>
                <a:uLnTx/>
                <a:uFillTx/>
                <a:latin typeface="Arial"/>
                <a:cs typeface="Arial"/>
                <a:sym typeface="Arial"/>
              </a:rPr>
              <a:t> com o </a:t>
            </a:r>
            <a:r>
              <a:rPr kumimoji="0" lang="pt-BR" sz="2400" b="1" i="0" u="none" strike="noStrike" kern="0" cap="none" spc="0" normalizeH="0" baseline="0" noProof="0" dirty="0" err="1">
                <a:ln>
                  <a:noFill/>
                </a:ln>
                <a:solidFill>
                  <a:srgbClr val="FFFFFF"/>
                </a:solidFill>
                <a:effectLst/>
                <a:uLnTx/>
                <a:uFillTx/>
                <a:latin typeface="Arial"/>
                <a:cs typeface="Arial"/>
                <a:sym typeface="Arial"/>
              </a:rPr>
              <a:t>canvas</a:t>
            </a:r>
            <a:r>
              <a:rPr kumimoji="0" lang="pt-BR" sz="2400" b="1" i="0" u="none" strike="noStrike" kern="0" cap="none" spc="0" normalizeH="0" baseline="0" noProof="0" dirty="0">
                <a:ln>
                  <a:noFill/>
                </a:ln>
                <a:solidFill>
                  <a:srgbClr val="FFFFFF"/>
                </a:solidFill>
                <a:effectLst/>
                <a:uLnTx/>
                <a:uFillTx/>
                <a:latin typeface="Arial"/>
                <a:cs typeface="Arial"/>
                <a:sym typeface="Arial"/>
              </a:rPr>
              <a:t> da proposta de valor preenchido com aprofundamento entre o segmento de clientes e a proposta de valor, para melhoria ou lançamento de um novo produto ou serviço. O produto ou serviço ofertado será desenvolvido durante as disciplinas do curso.  </a:t>
            </a:r>
            <a:endParaRPr kumimoji="0" lang="pt-BR" sz="2400" b="0" i="0" u="none" strike="noStrike" kern="0" cap="none" spc="0" normalizeH="0" baseline="0" noProof="0" dirty="0">
              <a:ln>
                <a:noFill/>
              </a:ln>
              <a:solidFill>
                <a:srgbClr val="222222"/>
              </a:solidFill>
              <a:effectLst/>
              <a:uLnTx/>
              <a:uFillTx/>
              <a:latin typeface="Arial"/>
              <a:cs typeface="Arial"/>
              <a:sym typeface="Arial"/>
            </a:endParaRPr>
          </a:p>
        </p:txBody>
      </p:sp>
      <p:sp>
        <p:nvSpPr>
          <p:cNvPr id="288" name="Google Shape;288;p29"/>
          <p:cNvSpPr txBox="1"/>
          <p:nvPr/>
        </p:nvSpPr>
        <p:spPr>
          <a:xfrm>
            <a:off x="0" y="0"/>
            <a:ext cx="1149674" cy="33855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pt-BR" sz="1600" b="0" i="0" u="none" strike="noStrike" kern="0" cap="none" spc="0" normalizeH="0" baseline="0" noProof="0">
                <a:ln>
                  <a:noFill/>
                </a:ln>
                <a:solidFill>
                  <a:srgbClr val="000000"/>
                </a:solidFill>
                <a:effectLst/>
                <a:uLnTx/>
                <a:uFillTx/>
                <a:latin typeface="Arial"/>
                <a:ea typeface="Arial"/>
                <a:cs typeface="Arial"/>
                <a:sym typeface="Arial"/>
              </a:rPr>
              <a:t>1º Entrega</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CustomShape 1"/>
          <p:cNvSpPr/>
          <p:nvPr/>
        </p:nvSpPr>
        <p:spPr>
          <a:xfrm>
            <a:off x="1011548" y="1467970"/>
            <a:ext cx="4171680" cy="57780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3200" b="0" strike="noStrike" spc="-1" dirty="0">
                <a:solidFill>
                  <a:srgbClr val="5EB53B"/>
                </a:solidFill>
                <a:uFill>
                  <a:solidFill>
                    <a:srgbClr val="FFFFFF"/>
                  </a:solidFill>
                </a:uFill>
                <a:latin typeface="Cooper Black"/>
              </a:rPr>
              <a:t>MOTIVAÇÕES</a:t>
            </a:r>
            <a:endParaRPr lang="pt-BR" sz="3200" b="0" strike="noStrike" spc="-1" dirty="0">
              <a:solidFill>
                <a:srgbClr val="000000"/>
              </a:solidFill>
              <a:uFill>
                <a:solidFill>
                  <a:srgbClr val="FFFFFF"/>
                </a:solidFill>
              </a:uFill>
              <a:latin typeface="Arial"/>
            </a:endParaRPr>
          </a:p>
        </p:txBody>
      </p:sp>
      <p:sp>
        <p:nvSpPr>
          <p:cNvPr id="263" name="CustomShape 2"/>
          <p:cNvSpPr/>
          <p:nvPr/>
        </p:nvSpPr>
        <p:spPr>
          <a:xfrm>
            <a:off x="6189872" y="1425192"/>
            <a:ext cx="4035360" cy="57780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3200" b="0" strike="noStrike" spc="-1" dirty="0">
                <a:solidFill>
                  <a:srgbClr val="5EB53B"/>
                </a:solidFill>
                <a:uFill>
                  <a:solidFill>
                    <a:srgbClr val="FFFFFF"/>
                  </a:solidFill>
                </a:uFill>
                <a:latin typeface="Cooper Black"/>
              </a:rPr>
              <a:t>TENSÕES</a:t>
            </a:r>
            <a:endParaRPr lang="pt-BR" sz="3200" b="0" strike="noStrike" spc="-1" dirty="0">
              <a:solidFill>
                <a:srgbClr val="000000"/>
              </a:solidFill>
              <a:uFill>
                <a:solidFill>
                  <a:srgbClr val="FFFFFF"/>
                </a:solidFill>
              </a:uFill>
              <a:latin typeface="Arial"/>
            </a:endParaRPr>
          </a:p>
        </p:txBody>
      </p:sp>
      <p:sp>
        <p:nvSpPr>
          <p:cNvPr id="2" name="CaixaDeTexto 1">
            <a:extLst>
              <a:ext uri="{FF2B5EF4-FFF2-40B4-BE49-F238E27FC236}">
                <a16:creationId xmlns:a16="http://schemas.microsoft.com/office/drawing/2014/main" id="{5F5DCFEE-071E-4D8A-A9E9-93DDF4336D5D}"/>
              </a:ext>
            </a:extLst>
          </p:cNvPr>
          <p:cNvSpPr txBox="1"/>
          <p:nvPr/>
        </p:nvSpPr>
        <p:spPr>
          <a:xfrm>
            <a:off x="1011548" y="152462"/>
            <a:ext cx="9808852" cy="1200329"/>
          </a:xfrm>
          <a:prstGeom prst="rect">
            <a:avLst/>
          </a:prstGeom>
          <a:noFill/>
        </p:spPr>
        <p:txBody>
          <a:bodyPr wrap="square" rtlCol="0">
            <a:spAutoFit/>
          </a:bodyPr>
          <a:lstStyle/>
          <a:p>
            <a:pPr algn="just"/>
            <a:r>
              <a:rPr lang="pt-BR" sz="2000" b="1" dirty="0"/>
              <a:t>Sprint 1: </a:t>
            </a:r>
            <a:r>
              <a:rPr lang="pt-BR" sz="2000" u="sng" dirty="0" err="1"/>
              <a:t>ppt</a:t>
            </a:r>
            <a:r>
              <a:rPr lang="pt-BR" sz="2000" u="sng" dirty="0"/>
              <a:t> com (1) apresentação da estruturação do tema com dores e problemas mapeados dentro desse cenário</a:t>
            </a:r>
            <a:r>
              <a:rPr lang="pt-BR" sz="2000" dirty="0"/>
              <a:t>, e (2) ideia que resolve as dores e problemas levantados da empresa (IBM).</a:t>
            </a:r>
          </a:p>
          <a:p>
            <a:pPr algn="just"/>
            <a:endParaRPr lang="pt-BR" sz="1200" dirty="0">
              <a:latin typeface="Cooper Black" panose="0208090404030B020404" pitchFamily="18" charset="0"/>
            </a:endParaRPr>
          </a:p>
        </p:txBody>
      </p:sp>
      <p:sp>
        <p:nvSpPr>
          <p:cNvPr id="3" name="CustomShape 2">
            <a:extLst>
              <a:ext uri="{FF2B5EF4-FFF2-40B4-BE49-F238E27FC236}">
                <a16:creationId xmlns:a16="http://schemas.microsoft.com/office/drawing/2014/main" id="{0BF4B618-6DD3-4868-8D85-836ED1A74C26}"/>
              </a:ext>
            </a:extLst>
          </p:cNvPr>
          <p:cNvSpPr/>
          <p:nvPr/>
        </p:nvSpPr>
        <p:spPr>
          <a:xfrm>
            <a:off x="700155" y="4745177"/>
            <a:ext cx="10683462" cy="1821292"/>
          </a:xfrm>
          <a:prstGeom prst="rect">
            <a:avLst/>
          </a:prstGeom>
          <a:ln>
            <a:solidFill>
              <a:schemeClr val="bg2">
                <a:lumMod val="25000"/>
              </a:schemeClr>
            </a:solidFill>
          </a:ln>
        </p:spPr>
        <p:style>
          <a:lnRef idx="2">
            <a:schemeClr val="dk1"/>
          </a:lnRef>
          <a:fillRef idx="1">
            <a:schemeClr val="lt1"/>
          </a:fillRef>
          <a:effectRef idx="0">
            <a:schemeClr val="dk1"/>
          </a:effectRef>
          <a:fontRef idx="minor">
            <a:schemeClr val="dk1"/>
          </a:fontRef>
        </p:style>
        <p:txBody>
          <a:bodyPr lIns="90000" tIns="45000" rIns="90000" bIns="45000"/>
          <a:lstStyle/>
          <a:p>
            <a:pPr>
              <a:lnSpc>
                <a:spcPct val="100000"/>
              </a:lnSpc>
            </a:pPr>
            <a:r>
              <a:rPr lang="pt-BR" sz="3200" spc="-1" dirty="0">
                <a:solidFill>
                  <a:srgbClr val="5EB53B"/>
                </a:solidFill>
                <a:uFill>
                  <a:solidFill>
                    <a:srgbClr val="FFFFFF"/>
                  </a:solidFill>
                </a:uFill>
                <a:latin typeface="Cooper Black"/>
              </a:rPr>
              <a:t>Desafio  (pergunta problema) </a:t>
            </a:r>
            <a:r>
              <a:rPr lang="pt-BR" sz="3200" spc="-1" dirty="0">
                <a:solidFill>
                  <a:schemeClr val="bg2">
                    <a:lumMod val="25000"/>
                  </a:schemeClr>
                </a:solidFill>
                <a:uFill>
                  <a:solidFill>
                    <a:srgbClr val="FFFFFF"/>
                  </a:solidFill>
                </a:uFill>
                <a:latin typeface="Cooper Black"/>
              </a:rPr>
              <a:t>Como podemos:</a:t>
            </a:r>
          </a:p>
          <a:p>
            <a:pPr marL="514350" indent="-514350">
              <a:lnSpc>
                <a:spcPct val="100000"/>
              </a:lnSpc>
              <a:buFont typeface="+mj-lt"/>
              <a:buAutoNum type="arabicPeriod"/>
            </a:pPr>
            <a:r>
              <a:rPr lang="pt-BR" spc="-1" dirty="0" err="1">
                <a:solidFill>
                  <a:schemeClr val="bg2">
                    <a:lumMod val="25000"/>
                  </a:schemeClr>
                </a:solidFill>
                <a:uFill>
                  <a:solidFill>
                    <a:srgbClr val="FFFFFF"/>
                  </a:solidFill>
                </a:uFill>
                <a:latin typeface="Cooper Black"/>
              </a:rPr>
              <a:t>Xxx</a:t>
            </a:r>
            <a:endParaRPr lang="pt-BR" spc="-1" dirty="0">
              <a:solidFill>
                <a:schemeClr val="bg2">
                  <a:lumMod val="25000"/>
                </a:schemeClr>
              </a:solidFill>
              <a:uFill>
                <a:solidFill>
                  <a:srgbClr val="FFFFFF"/>
                </a:solidFill>
              </a:uFill>
              <a:latin typeface="Cooper Black"/>
            </a:endParaRPr>
          </a:p>
          <a:p>
            <a:pPr marL="514350" indent="-514350">
              <a:lnSpc>
                <a:spcPct val="100000"/>
              </a:lnSpc>
              <a:buFont typeface="+mj-lt"/>
              <a:buAutoNum type="arabicPeriod"/>
            </a:pPr>
            <a:r>
              <a:rPr lang="pt-BR" strike="noStrike" spc="-1" dirty="0" err="1">
                <a:solidFill>
                  <a:schemeClr val="bg2">
                    <a:lumMod val="25000"/>
                  </a:schemeClr>
                </a:solidFill>
                <a:uFill>
                  <a:solidFill>
                    <a:srgbClr val="FFFFFF"/>
                  </a:solidFill>
                </a:uFill>
                <a:latin typeface="Cooper Black"/>
              </a:rPr>
              <a:t>Xxx</a:t>
            </a:r>
            <a:endParaRPr lang="pt-BR" strike="noStrike" spc="-1" dirty="0">
              <a:solidFill>
                <a:schemeClr val="bg2">
                  <a:lumMod val="25000"/>
                </a:schemeClr>
              </a:solidFill>
              <a:uFill>
                <a:solidFill>
                  <a:srgbClr val="FFFFFF"/>
                </a:solidFill>
              </a:uFill>
              <a:latin typeface="Cooper Black"/>
            </a:endParaRPr>
          </a:p>
          <a:p>
            <a:pPr marL="514350" indent="-514350">
              <a:lnSpc>
                <a:spcPct val="100000"/>
              </a:lnSpc>
              <a:buFont typeface="+mj-lt"/>
              <a:buAutoNum type="arabicPeriod"/>
            </a:pPr>
            <a:r>
              <a:rPr lang="pt-BR" spc="-1" dirty="0" err="1">
                <a:solidFill>
                  <a:schemeClr val="bg2">
                    <a:lumMod val="25000"/>
                  </a:schemeClr>
                </a:solidFill>
                <a:uFill>
                  <a:solidFill>
                    <a:srgbClr val="FFFFFF"/>
                  </a:solidFill>
                </a:uFill>
                <a:latin typeface="Cooper Black"/>
              </a:rPr>
              <a:t>xxx</a:t>
            </a:r>
            <a:endParaRPr lang="pt-BR" strike="noStrike" spc="-1" dirty="0">
              <a:solidFill>
                <a:schemeClr val="bg2">
                  <a:lumMod val="25000"/>
                </a:schemeClr>
              </a:solidFill>
              <a:uFill>
                <a:solidFill>
                  <a:srgbClr val="FFFFFF"/>
                </a:solidFill>
              </a:uFill>
              <a:latin typeface="Cooper Black"/>
            </a:endParaRPr>
          </a:p>
        </p:txBody>
      </p:sp>
      <p:graphicFrame>
        <p:nvGraphicFramePr>
          <p:cNvPr id="4" name="Tabela 4">
            <a:extLst>
              <a:ext uri="{FF2B5EF4-FFF2-40B4-BE49-F238E27FC236}">
                <a16:creationId xmlns:a16="http://schemas.microsoft.com/office/drawing/2014/main" id="{2EEC8BA7-B168-45C1-ACDB-8A22CB3D0396}"/>
              </a:ext>
            </a:extLst>
          </p:cNvPr>
          <p:cNvGraphicFramePr>
            <a:graphicFrameLocks noGrp="1"/>
          </p:cNvGraphicFramePr>
          <p:nvPr>
            <p:extLst>
              <p:ext uri="{D42A27DB-BD31-4B8C-83A1-F6EECF244321}">
                <p14:modId xmlns:p14="http://schemas.microsoft.com/office/powerpoint/2010/main" val="2738797837"/>
              </p:ext>
            </p:extLst>
          </p:nvPr>
        </p:nvGraphicFramePr>
        <p:xfrm>
          <a:off x="700155" y="1237613"/>
          <a:ext cx="10683462" cy="3383280"/>
        </p:xfrm>
        <a:graphic>
          <a:graphicData uri="http://schemas.openxmlformats.org/drawingml/2006/table">
            <a:tbl>
              <a:tblPr firstRow="1" bandRow="1">
                <a:tableStyleId>{5940675A-B579-460E-94D1-54222C63F5DA}</a:tableStyleId>
              </a:tblPr>
              <a:tblGrid>
                <a:gridCol w="5341731">
                  <a:extLst>
                    <a:ext uri="{9D8B030D-6E8A-4147-A177-3AD203B41FA5}">
                      <a16:colId xmlns:a16="http://schemas.microsoft.com/office/drawing/2014/main" val="1147272886"/>
                    </a:ext>
                  </a:extLst>
                </a:gridCol>
                <a:gridCol w="5341731">
                  <a:extLst>
                    <a:ext uri="{9D8B030D-6E8A-4147-A177-3AD203B41FA5}">
                      <a16:colId xmlns:a16="http://schemas.microsoft.com/office/drawing/2014/main" val="719414401"/>
                    </a:ext>
                  </a:extLst>
                </a:gridCol>
              </a:tblGrid>
              <a:tr h="2922566">
                <a:tc>
                  <a:txBody>
                    <a:bodyPr/>
                    <a:lstStyle/>
                    <a:p>
                      <a:endParaRPr lang="pt-BR" dirty="0"/>
                    </a:p>
                    <a:p>
                      <a:endParaRPr lang="pt-BR" dirty="0"/>
                    </a:p>
                    <a:p>
                      <a:endParaRPr lang="pt-BR" dirty="0"/>
                    </a:p>
                    <a:p>
                      <a:r>
                        <a:rPr lang="pt-BR" dirty="0"/>
                        <a:t>(Escolha do tema dentro de </a:t>
                      </a:r>
                      <a:r>
                        <a:rPr lang="pt-BR" dirty="0" err="1"/>
                        <a:t>smart</a:t>
                      </a:r>
                      <a:r>
                        <a:rPr lang="pt-BR" dirty="0"/>
                        <a:t> </a:t>
                      </a:r>
                      <a:r>
                        <a:rPr lang="pt-BR" dirty="0" err="1"/>
                        <a:t>cities</a:t>
                      </a:r>
                      <a:r>
                        <a:rPr lang="pt-BR" dirty="0"/>
                        <a:t>)</a:t>
                      </a:r>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0" indent="0">
                        <a:buFont typeface="Wingdings" panose="05000000000000000000" pitchFamily="2" charset="2"/>
                        <a:buNone/>
                      </a:pPr>
                      <a:endParaRPr lang="pt-BR" dirty="0"/>
                    </a:p>
                  </a:txBody>
                  <a:tcPr/>
                </a:tc>
                <a:tc>
                  <a:txBody>
                    <a:bodyPr/>
                    <a:lstStyle/>
                    <a:p>
                      <a:endParaRPr lang="pt-BR" dirty="0"/>
                    </a:p>
                    <a:p>
                      <a:endParaRPr lang="pt-BR" dirty="0"/>
                    </a:p>
                    <a:p>
                      <a:endParaRPr lang="pt-BR" dirty="0"/>
                    </a:p>
                    <a:p>
                      <a:r>
                        <a:rPr lang="pt-BR" dirty="0"/>
                        <a:t>(Dores e problemas)</a:t>
                      </a:r>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pPr marL="285750" indent="-285750">
                        <a:buFont typeface="Wingdings" panose="05000000000000000000" pitchFamily="2" charset="2"/>
                        <a:buChar char="q"/>
                      </a:pPr>
                      <a:r>
                        <a:rPr lang="pt-BR" dirty="0" err="1"/>
                        <a:t>xx</a:t>
                      </a:r>
                      <a:endParaRPr lang="pt-BR" dirty="0"/>
                    </a:p>
                    <a:p>
                      <a:endParaRPr lang="pt-BR" dirty="0"/>
                    </a:p>
                  </a:txBody>
                  <a:tcPr/>
                </a:tc>
                <a:extLst>
                  <a:ext uri="{0D108BD9-81ED-4DB2-BD59-A6C34878D82A}">
                    <a16:rowId xmlns:a16="http://schemas.microsoft.com/office/drawing/2014/main" val="1184815935"/>
                  </a:ext>
                </a:extLst>
              </a:tr>
            </a:tbl>
          </a:graphicData>
        </a:graphic>
      </p:graphicFrame>
    </p:spTree>
  </p:cSld>
  <p:clrMapOvr>
    <a:masterClrMapping/>
  </p:clrMapOvr>
  <p:transition/>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Agrupar 10">
            <a:extLst>
              <a:ext uri="{FF2B5EF4-FFF2-40B4-BE49-F238E27FC236}">
                <a16:creationId xmlns:a16="http://schemas.microsoft.com/office/drawing/2014/main" id="{C1BBF182-3187-407B-9132-C5FB59FDB93F}"/>
              </a:ext>
            </a:extLst>
          </p:cNvPr>
          <p:cNvGrpSpPr/>
          <p:nvPr/>
        </p:nvGrpSpPr>
        <p:grpSpPr>
          <a:xfrm>
            <a:off x="392104" y="4191785"/>
            <a:ext cx="2602136" cy="1870816"/>
            <a:chOff x="985127" y="1690688"/>
            <a:chExt cx="2602136" cy="1870816"/>
          </a:xfrm>
        </p:grpSpPr>
        <p:pic>
          <p:nvPicPr>
            <p:cNvPr id="8" name="Imagem 7">
              <a:extLst>
                <a:ext uri="{FF2B5EF4-FFF2-40B4-BE49-F238E27FC236}">
                  <a16:creationId xmlns:a16="http://schemas.microsoft.com/office/drawing/2014/main" id="{24334BFD-9747-4D1D-9B19-A25220AE4B23}"/>
                </a:ext>
              </a:extLst>
            </p:cNvPr>
            <p:cNvPicPr>
              <a:picLocks noChangeAspect="1"/>
            </p:cNvPicPr>
            <p:nvPr/>
          </p:nvPicPr>
          <p:blipFill>
            <a:blip r:embed="rId2"/>
            <a:stretch>
              <a:fillRect/>
            </a:stretch>
          </p:blipFill>
          <p:spPr>
            <a:xfrm>
              <a:off x="985127" y="1690688"/>
              <a:ext cx="2602136" cy="187081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0" name="CaixaDeTexto 9">
              <a:extLst>
                <a:ext uri="{FF2B5EF4-FFF2-40B4-BE49-F238E27FC236}">
                  <a16:creationId xmlns:a16="http://schemas.microsoft.com/office/drawing/2014/main" id="{08FCEF90-A505-4636-AAE7-CAA732616D0A}"/>
                </a:ext>
              </a:extLst>
            </p:cNvPr>
            <p:cNvSpPr txBox="1"/>
            <p:nvPr/>
          </p:nvSpPr>
          <p:spPr>
            <a:xfrm rot="21145278">
              <a:off x="1181686" y="2217803"/>
              <a:ext cx="2082019" cy="769441"/>
            </a:xfrm>
            <a:prstGeom prst="rect">
              <a:avLst/>
            </a:prstGeom>
            <a:noFill/>
          </p:spPr>
          <p:txBody>
            <a:bodyPr wrap="square" rtlCol="0">
              <a:spAutoFit/>
            </a:bodyPr>
            <a:lstStyle/>
            <a:p>
              <a:r>
                <a:rPr lang="pt-BR" sz="4400" dirty="0">
                  <a:latin typeface="Bradley Hand ITC" panose="03070402050302030203" pitchFamily="66" charset="0"/>
                </a:rPr>
                <a:t>Post It</a:t>
              </a:r>
            </a:p>
          </p:txBody>
        </p:sp>
      </p:grpSp>
      <p:grpSp>
        <p:nvGrpSpPr>
          <p:cNvPr id="12" name="Agrupar 11">
            <a:extLst>
              <a:ext uri="{FF2B5EF4-FFF2-40B4-BE49-F238E27FC236}">
                <a16:creationId xmlns:a16="http://schemas.microsoft.com/office/drawing/2014/main" id="{6BFD2574-77D1-4DF6-88B9-C17D3D18B49C}"/>
              </a:ext>
            </a:extLst>
          </p:cNvPr>
          <p:cNvGrpSpPr/>
          <p:nvPr/>
        </p:nvGrpSpPr>
        <p:grpSpPr>
          <a:xfrm>
            <a:off x="7659691" y="2470019"/>
            <a:ext cx="2602136" cy="1870816"/>
            <a:chOff x="985127" y="1690688"/>
            <a:chExt cx="2602136" cy="1870816"/>
          </a:xfrm>
        </p:grpSpPr>
        <p:pic>
          <p:nvPicPr>
            <p:cNvPr id="13" name="Imagem 12">
              <a:extLst>
                <a:ext uri="{FF2B5EF4-FFF2-40B4-BE49-F238E27FC236}">
                  <a16:creationId xmlns:a16="http://schemas.microsoft.com/office/drawing/2014/main" id="{976E5E03-EE77-4875-81DB-29FCBEEF1F48}"/>
                </a:ext>
              </a:extLst>
            </p:cNvPr>
            <p:cNvPicPr>
              <a:picLocks noChangeAspect="1"/>
            </p:cNvPicPr>
            <p:nvPr/>
          </p:nvPicPr>
          <p:blipFill>
            <a:blip r:embed="rId2"/>
            <a:stretch>
              <a:fillRect/>
            </a:stretch>
          </p:blipFill>
          <p:spPr>
            <a:xfrm>
              <a:off x="985127" y="1690688"/>
              <a:ext cx="2602136" cy="187081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4" name="CaixaDeTexto 13">
              <a:extLst>
                <a:ext uri="{FF2B5EF4-FFF2-40B4-BE49-F238E27FC236}">
                  <a16:creationId xmlns:a16="http://schemas.microsoft.com/office/drawing/2014/main" id="{3DD93777-B8DB-4670-909F-E6B875836442}"/>
                </a:ext>
              </a:extLst>
            </p:cNvPr>
            <p:cNvSpPr txBox="1"/>
            <p:nvPr/>
          </p:nvSpPr>
          <p:spPr>
            <a:xfrm rot="21145278">
              <a:off x="1181686" y="2217803"/>
              <a:ext cx="2082019" cy="769441"/>
            </a:xfrm>
            <a:prstGeom prst="rect">
              <a:avLst/>
            </a:prstGeom>
            <a:noFill/>
          </p:spPr>
          <p:txBody>
            <a:bodyPr wrap="square" rtlCol="0">
              <a:spAutoFit/>
            </a:bodyPr>
            <a:lstStyle/>
            <a:p>
              <a:r>
                <a:rPr lang="pt-BR" sz="4400" dirty="0">
                  <a:latin typeface="Bradley Hand ITC" panose="03070402050302030203" pitchFamily="66" charset="0"/>
                </a:rPr>
                <a:t>Post It</a:t>
              </a:r>
            </a:p>
          </p:txBody>
        </p:sp>
      </p:grpSp>
      <p:grpSp>
        <p:nvGrpSpPr>
          <p:cNvPr id="15" name="Agrupar 14">
            <a:extLst>
              <a:ext uri="{FF2B5EF4-FFF2-40B4-BE49-F238E27FC236}">
                <a16:creationId xmlns:a16="http://schemas.microsoft.com/office/drawing/2014/main" id="{97D081B1-50ED-4FF1-8451-98BA16A49F5E}"/>
              </a:ext>
            </a:extLst>
          </p:cNvPr>
          <p:cNvGrpSpPr/>
          <p:nvPr/>
        </p:nvGrpSpPr>
        <p:grpSpPr>
          <a:xfrm>
            <a:off x="4478771" y="2493592"/>
            <a:ext cx="2602136" cy="1870816"/>
            <a:chOff x="985127" y="1690688"/>
            <a:chExt cx="2602136" cy="1870816"/>
          </a:xfrm>
        </p:grpSpPr>
        <p:pic>
          <p:nvPicPr>
            <p:cNvPr id="16" name="Imagem 15">
              <a:extLst>
                <a:ext uri="{FF2B5EF4-FFF2-40B4-BE49-F238E27FC236}">
                  <a16:creationId xmlns:a16="http://schemas.microsoft.com/office/drawing/2014/main" id="{B9333EA8-A370-4820-B8BE-15BDFCC40C41}"/>
                </a:ext>
              </a:extLst>
            </p:cNvPr>
            <p:cNvPicPr>
              <a:picLocks noChangeAspect="1"/>
            </p:cNvPicPr>
            <p:nvPr/>
          </p:nvPicPr>
          <p:blipFill>
            <a:blip r:embed="rId2"/>
            <a:stretch>
              <a:fillRect/>
            </a:stretch>
          </p:blipFill>
          <p:spPr>
            <a:xfrm>
              <a:off x="985127" y="1690688"/>
              <a:ext cx="2602136" cy="187081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7" name="CaixaDeTexto 16">
              <a:extLst>
                <a:ext uri="{FF2B5EF4-FFF2-40B4-BE49-F238E27FC236}">
                  <a16:creationId xmlns:a16="http://schemas.microsoft.com/office/drawing/2014/main" id="{F95144D6-3F8C-49ED-9969-15238874AAD7}"/>
                </a:ext>
              </a:extLst>
            </p:cNvPr>
            <p:cNvSpPr txBox="1"/>
            <p:nvPr/>
          </p:nvSpPr>
          <p:spPr>
            <a:xfrm rot="21145278">
              <a:off x="1181686" y="2217803"/>
              <a:ext cx="2082019" cy="769441"/>
            </a:xfrm>
            <a:prstGeom prst="rect">
              <a:avLst/>
            </a:prstGeom>
            <a:noFill/>
          </p:spPr>
          <p:txBody>
            <a:bodyPr wrap="square" rtlCol="0">
              <a:spAutoFit/>
            </a:bodyPr>
            <a:lstStyle/>
            <a:p>
              <a:r>
                <a:rPr lang="pt-BR" sz="4400" dirty="0">
                  <a:latin typeface="Bradley Hand ITC" panose="03070402050302030203" pitchFamily="66" charset="0"/>
                </a:rPr>
                <a:t>Post It</a:t>
              </a:r>
            </a:p>
          </p:txBody>
        </p:sp>
      </p:grpSp>
      <p:grpSp>
        <p:nvGrpSpPr>
          <p:cNvPr id="24" name="Agrupar 23">
            <a:extLst>
              <a:ext uri="{FF2B5EF4-FFF2-40B4-BE49-F238E27FC236}">
                <a16:creationId xmlns:a16="http://schemas.microsoft.com/office/drawing/2014/main" id="{E9C78275-0F98-4509-A785-7377AD7494FF}"/>
              </a:ext>
            </a:extLst>
          </p:cNvPr>
          <p:cNvGrpSpPr/>
          <p:nvPr/>
        </p:nvGrpSpPr>
        <p:grpSpPr>
          <a:xfrm>
            <a:off x="1137527" y="1843088"/>
            <a:ext cx="2602136" cy="1870816"/>
            <a:chOff x="985127" y="1690688"/>
            <a:chExt cx="2602136" cy="1870816"/>
          </a:xfrm>
        </p:grpSpPr>
        <p:pic>
          <p:nvPicPr>
            <p:cNvPr id="25" name="Imagem 24">
              <a:extLst>
                <a:ext uri="{FF2B5EF4-FFF2-40B4-BE49-F238E27FC236}">
                  <a16:creationId xmlns:a16="http://schemas.microsoft.com/office/drawing/2014/main" id="{8CCE0748-1819-41C0-9B4A-B8D0D53369A6}"/>
                </a:ext>
              </a:extLst>
            </p:cNvPr>
            <p:cNvPicPr>
              <a:picLocks noChangeAspect="1"/>
            </p:cNvPicPr>
            <p:nvPr/>
          </p:nvPicPr>
          <p:blipFill>
            <a:blip r:embed="rId2"/>
            <a:stretch>
              <a:fillRect/>
            </a:stretch>
          </p:blipFill>
          <p:spPr>
            <a:xfrm>
              <a:off x="985127" y="1690688"/>
              <a:ext cx="2602136" cy="187081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6" name="CaixaDeTexto 25">
              <a:extLst>
                <a:ext uri="{FF2B5EF4-FFF2-40B4-BE49-F238E27FC236}">
                  <a16:creationId xmlns:a16="http://schemas.microsoft.com/office/drawing/2014/main" id="{3A06CBC4-EA88-437E-80D4-E55EF20393E8}"/>
                </a:ext>
              </a:extLst>
            </p:cNvPr>
            <p:cNvSpPr txBox="1"/>
            <p:nvPr/>
          </p:nvSpPr>
          <p:spPr>
            <a:xfrm rot="21145278">
              <a:off x="1181686" y="2217803"/>
              <a:ext cx="2082019" cy="769441"/>
            </a:xfrm>
            <a:prstGeom prst="rect">
              <a:avLst/>
            </a:prstGeom>
            <a:noFill/>
          </p:spPr>
          <p:txBody>
            <a:bodyPr wrap="square" rtlCol="0">
              <a:spAutoFit/>
            </a:bodyPr>
            <a:lstStyle/>
            <a:p>
              <a:r>
                <a:rPr lang="pt-BR" sz="4400" dirty="0">
                  <a:latin typeface="Bradley Hand ITC" panose="03070402050302030203" pitchFamily="66" charset="0"/>
                </a:rPr>
                <a:t>Post It</a:t>
              </a:r>
            </a:p>
          </p:txBody>
        </p:sp>
      </p:grpSp>
      <p:grpSp>
        <p:nvGrpSpPr>
          <p:cNvPr id="27" name="Agrupar 26">
            <a:extLst>
              <a:ext uri="{FF2B5EF4-FFF2-40B4-BE49-F238E27FC236}">
                <a16:creationId xmlns:a16="http://schemas.microsoft.com/office/drawing/2014/main" id="{E26B1ADD-1A10-4A5C-98E6-FE72161E25AC}"/>
              </a:ext>
            </a:extLst>
          </p:cNvPr>
          <p:cNvGrpSpPr/>
          <p:nvPr/>
        </p:nvGrpSpPr>
        <p:grpSpPr>
          <a:xfrm>
            <a:off x="3114203" y="4757587"/>
            <a:ext cx="2602136" cy="1870816"/>
            <a:chOff x="985127" y="1690688"/>
            <a:chExt cx="2602136" cy="1870816"/>
          </a:xfrm>
        </p:grpSpPr>
        <p:pic>
          <p:nvPicPr>
            <p:cNvPr id="28" name="Imagem 27">
              <a:extLst>
                <a:ext uri="{FF2B5EF4-FFF2-40B4-BE49-F238E27FC236}">
                  <a16:creationId xmlns:a16="http://schemas.microsoft.com/office/drawing/2014/main" id="{DE49606F-5BB1-43A7-9221-BF7C86CFF3EE}"/>
                </a:ext>
              </a:extLst>
            </p:cNvPr>
            <p:cNvPicPr>
              <a:picLocks noChangeAspect="1"/>
            </p:cNvPicPr>
            <p:nvPr/>
          </p:nvPicPr>
          <p:blipFill>
            <a:blip r:embed="rId2"/>
            <a:stretch>
              <a:fillRect/>
            </a:stretch>
          </p:blipFill>
          <p:spPr>
            <a:xfrm>
              <a:off x="985127" y="1690688"/>
              <a:ext cx="2602136" cy="187081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9" name="CaixaDeTexto 28">
              <a:extLst>
                <a:ext uri="{FF2B5EF4-FFF2-40B4-BE49-F238E27FC236}">
                  <a16:creationId xmlns:a16="http://schemas.microsoft.com/office/drawing/2014/main" id="{6ECB4686-E3EF-40F1-9C7C-B84D8B2EA246}"/>
                </a:ext>
              </a:extLst>
            </p:cNvPr>
            <p:cNvSpPr txBox="1"/>
            <p:nvPr/>
          </p:nvSpPr>
          <p:spPr>
            <a:xfrm rot="21145278">
              <a:off x="1181686" y="2217803"/>
              <a:ext cx="2082019" cy="769441"/>
            </a:xfrm>
            <a:prstGeom prst="rect">
              <a:avLst/>
            </a:prstGeom>
            <a:noFill/>
          </p:spPr>
          <p:txBody>
            <a:bodyPr wrap="square" rtlCol="0">
              <a:spAutoFit/>
            </a:bodyPr>
            <a:lstStyle/>
            <a:p>
              <a:r>
                <a:rPr lang="pt-BR" sz="4400" dirty="0">
                  <a:latin typeface="Bradley Hand ITC" panose="03070402050302030203" pitchFamily="66" charset="0"/>
                </a:rPr>
                <a:t>Post It</a:t>
              </a:r>
            </a:p>
          </p:txBody>
        </p:sp>
      </p:grpSp>
      <p:grpSp>
        <p:nvGrpSpPr>
          <p:cNvPr id="30" name="Agrupar 29">
            <a:extLst>
              <a:ext uri="{FF2B5EF4-FFF2-40B4-BE49-F238E27FC236}">
                <a16:creationId xmlns:a16="http://schemas.microsoft.com/office/drawing/2014/main" id="{DE82B899-6403-4ABF-8B26-1891433D2EE3}"/>
              </a:ext>
            </a:extLst>
          </p:cNvPr>
          <p:cNvGrpSpPr/>
          <p:nvPr/>
        </p:nvGrpSpPr>
        <p:grpSpPr>
          <a:xfrm>
            <a:off x="6083266" y="4734014"/>
            <a:ext cx="2602136" cy="1870816"/>
            <a:chOff x="985127" y="1690688"/>
            <a:chExt cx="2602136" cy="1870816"/>
          </a:xfrm>
        </p:grpSpPr>
        <p:pic>
          <p:nvPicPr>
            <p:cNvPr id="31" name="Imagem 30">
              <a:extLst>
                <a:ext uri="{FF2B5EF4-FFF2-40B4-BE49-F238E27FC236}">
                  <a16:creationId xmlns:a16="http://schemas.microsoft.com/office/drawing/2014/main" id="{639643B1-BCF1-454B-AFBD-ABFC3546B6DB}"/>
                </a:ext>
              </a:extLst>
            </p:cNvPr>
            <p:cNvPicPr>
              <a:picLocks noChangeAspect="1"/>
            </p:cNvPicPr>
            <p:nvPr/>
          </p:nvPicPr>
          <p:blipFill>
            <a:blip r:embed="rId2"/>
            <a:stretch>
              <a:fillRect/>
            </a:stretch>
          </p:blipFill>
          <p:spPr>
            <a:xfrm>
              <a:off x="985127" y="1690688"/>
              <a:ext cx="2602136" cy="187081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32" name="CaixaDeTexto 31">
              <a:extLst>
                <a:ext uri="{FF2B5EF4-FFF2-40B4-BE49-F238E27FC236}">
                  <a16:creationId xmlns:a16="http://schemas.microsoft.com/office/drawing/2014/main" id="{0100F84D-5A55-4011-BA0F-87926D460D26}"/>
                </a:ext>
              </a:extLst>
            </p:cNvPr>
            <p:cNvSpPr txBox="1"/>
            <p:nvPr/>
          </p:nvSpPr>
          <p:spPr>
            <a:xfrm rot="21145278">
              <a:off x="1181686" y="2217803"/>
              <a:ext cx="2082019" cy="769441"/>
            </a:xfrm>
            <a:prstGeom prst="rect">
              <a:avLst/>
            </a:prstGeom>
            <a:noFill/>
          </p:spPr>
          <p:txBody>
            <a:bodyPr wrap="square" rtlCol="0">
              <a:spAutoFit/>
            </a:bodyPr>
            <a:lstStyle/>
            <a:p>
              <a:r>
                <a:rPr lang="pt-BR" sz="4400" dirty="0">
                  <a:latin typeface="Bradley Hand ITC" panose="03070402050302030203" pitchFamily="66" charset="0"/>
                </a:rPr>
                <a:t>Post It</a:t>
              </a:r>
            </a:p>
          </p:txBody>
        </p:sp>
      </p:grpSp>
      <p:grpSp>
        <p:nvGrpSpPr>
          <p:cNvPr id="33" name="Agrupar 32">
            <a:extLst>
              <a:ext uri="{FF2B5EF4-FFF2-40B4-BE49-F238E27FC236}">
                <a16:creationId xmlns:a16="http://schemas.microsoft.com/office/drawing/2014/main" id="{5A38E570-9011-4EFB-91BD-70E2FFC0452D}"/>
              </a:ext>
            </a:extLst>
          </p:cNvPr>
          <p:cNvGrpSpPr/>
          <p:nvPr/>
        </p:nvGrpSpPr>
        <p:grpSpPr>
          <a:xfrm>
            <a:off x="8961958" y="4383198"/>
            <a:ext cx="2602136" cy="1870816"/>
            <a:chOff x="985127" y="1690688"/>
            <a:chExt cx="2602136" cy="1870816"/>
          </a:xfrm>
        </p:grpSpPr>
        <p:pic>
          <p:nvPicPr>
            <p:cNvPr id="34" name="Imagem 33">
              <a:extLst>
                <a:ext uri="{FF2B5EF4-FFF2-40B4-BE49-F238E27FC236}">
                  <a16:creationId xmlns:a16="http://schemas.microsoft.com/office/drawing/2014/main" id="{B71DEFF6-37C6-4B6D-9019-1B25B274DF20}"/>
                </a:ext>
              </a:extLst>
            </p:cNvPr>
            <p:cNvPicPr>
              <a:picLocks noChangeAspect="1"/>
            </p:cNvPicPr>
            <p:nvPr/>
          </p:nvPicPr>
          <p:blipFill>
            <a:blip r:embed="rId2"/>
            <a:stretch>
              <a:fillRect/>
            </a:stretch>
          </p:blipFill>
          <p:spPr>
            <a:xfrm>
              <a:off x="985127" y="1690688"/>
              <a:ext cx="2602136" cy="1870816"/>
            </a:xfrm>
            <a:prstGeom prst="rect">
              <a:avLst/>
            </a:prstGeom>
            <a:solidFill>
              <a:srgbClr val="FFFFFF">
                <a:shade val="85000"/>
              </a:srgbClr>
            </a:solidFill>
            <a:ln w="190500" cap="sq">
              <a:no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35" name="CaixaDeTexto 34">
              <a:extLst>
                <a:ext uri="{FF2B5EF4-FFF2-40B4-BE49-F238E27FC236}">
                  <a16:creationId xmlns:a16="http://schemas.microsoft.com/office/drawing/2014/main" id="{329DDF81-D6E6-40F0-ADA6-48C3FD0BAF69}"/>
                </a:ext>
              </a:extLst>
            </p:cNvPr>
            <p:cNvSpPr txBox="1"/>
            <p:nvPr/>
          </p:nvSpPr>
          <p:spPr>
            <a:xfrm rot="21145278">
              <a:off x="1181686" y="2217803"/>
              <a:ext cx="2082019" cy="769441"/>
            </a:xfrm>
            <a:prstGeom prst="rect">
              <a:avLst/>
            </a:prstGeom>
            <a:noFill/>
          </p:spPr>
          <p:txBody>
            <a:bodyPr wrap="square" rtlCol="0">
              <a:spAutoFit/>
            </a:bodyPr>
            <a:lstStyle/>
            <a:p>
              <a:r>
                <a:rPr lang="pt-BR" sz="4400" dirty="0">
                  <a:latin typeface="Bradley Hand ITC" panose="03070402050302030203" pitchFamily="66" charset="0"/>
                </a:rPr>
                <a:t>Post It</a:t>
              </a:r>
            </a:p>
          </p:txBody>
        </p:sp>
      </p:grpSp>
      <p:sp>
        <p:nvSpPr>
          <p:cNvPr id="5" name="CaixaDeTexto 4">
            <a:extLst>
              <a:ext uri="{FF2B5EF4-FFF2-40B4-BE49-F238E27FC236}">
                <a16:creationId xmlns:a16="http://schemas.microsoft.com/office/drawing/2014/main" id="{44A67408-8B20-9939-0FE6-6177C295CB61}"/>
              </a:ext>
            </a:extLst>
          </p:cNvPr>
          <p:cNvSpPr txBox="1"/>
          <p:nvPr/>
        </p:nvSpPr>
        <p:spPr>
          <a:xfrm>
            <a:off x="1011548" y="273153"/>
            <a:ext cx="9808852" cy="1200329"/>
          </a:xfrm>
          <a:prstGeom prst="rect">
            <a:avLst/>
          </a:prstGeom>
          <a:noFill/>
        </p:spPr>
        <p:txBody>
          <a:bodyPr wrap="square" rtlCol="0">
            <a:spAutoFit/>
          </a:bodyPr>
          <a:lstStyle/>
          <a:p>
            <a:pPr algn="just"/>
            <a:r>
              <a:rPr lang="pt-BR" sz="2000" b="1" dirty="0"/>
              <a:t>Sprint 1: </a:t>
            </a:r>
            <a:r>
              <a:rPr lang="pt-BR" sz="2000" dirty="0" err="1"/>
              <a:t>ppt</a:t>
            </a:r>
            <a:r>
              <a:rPr lang="pt-BR" sz="2000" dirty="0"/>
              <a:t> com (1) apresentação da estruturação do tema com dores e problemas mapeados dentro desse cenário, </a:t>
            </a:r>
            <a:r>
              <a:rPr lang="pt-BR" sz="2000" u="sng" dirty="0"/>
              <a:t>e (2) ideia que resolve as dores e problemas levantados da empresa (IBM).</a:t>
            </a:r>
          </a:p>
          <a:p>
            <a:pPr algn="just"/>
            <a:endParaRPr lang="pt-BR" sz="1200" dirty="0">
              <a:latin typeface="Cooper Black" panose="0208090404030B020404" pitchFamily="18" charset="0"/>
            </a:endParaRPr>
          </a:p>
        </p:txBody>
      </p:sp>
    </p:spTree>
    <p:extLst>
      <p:ext uri="{BB962C8B-B14F-4D97-AF65-F5344CB8AC3E}">
        <p14:creationId xmlns:p14="http://schemas.microsoft.com/office/powerpoint/2010/main" val="3572676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44A67408-8B20-9939-0FE6-6177C295CB61}"/>
              </a:ext>
            </a:extLst>
          </p:cNvPr>
          <p:cNvSpPr txBox="1"/>
          <p:nvPr/>
        </p:nvSpPr>
        <p:spPr>
          <a:xfrm>
            <a:off x="1011548" y="273153"/>
            <a:ext cx="9808852" cy="1200329"/>
          </a:xfrm>
          <a:prstGeom prst="rect">
            <a:avLst/>
          </a:prstGeom>
          <a:noFill/>
        </p:spPr>
        <p:txBody>
          <a:bodyPr wrap="square" rtlCol="0">
            <a:spAutoFit/>
          </a:bodyPr>
          <a:lstStyle/>
          <a:p>
            <a:pPr algn="just"/>
            <a:r>
              <a:rPr lang="pt-BR" sz="2000" b="1" dirty="0"/>
              <a:t>Sprint 1: </a:t>
            </a:r>
            <a:r>
              <a:rPr lang="pt-BR" sz="2000" dirty="0" err="1"/>
              <a:t>ppt</a:t>
            </a:r>
            <a:r>
              <a:rPr lang="pt-BR" sz="2000" dirty="0"/>
              <a:t> com (1) apresentação da estruturação do tema com dores e problemas mapeados dentro desse cenário, </a:t>
            </a:r>
            <a:r>
              <a:rPr lang="pt-BR" sz="2000" u="sng" dirty="0"/>
              <a:t>e (2) ideia que resolve as dores e problemas levantados da empresa (IBM).</a:t>
            </a:r>
          </a:p>
          <a:p>
            <a:pPr algn="just"/>
            <a:endParaRPr lang="pt-BR" sz="1200" dirty="0">
              <a:latin typeface="Cooper Black" panose="0208090404030B020404" pitchFamily="18" charset="0"/>
            </a:endParaRPr>
          </a:p>
        </p:txBody>
      </p:sp>
      <p:graphicFrame>
        <p:nvGraphicFramePr>
          <p:cNvPr id="36" name="Tabela 35">
            <a:extLst>
              <a:ext uri="{FF2B5EF4-FFF2-40B4-BE49-F238E27FC236}">
                <a16:creationId xmlns:a16="http://schemas.microsoft.com/office/drawing/2014/main" id="{60C6C359-1C8D-DF8B-BFE9-4B6C3C01E800}"/>
              </a:ext>
            </a:extLst>
          </p:cNvPr>
          <p:cNvGraphicFramePr>
            <a:graphicFrameLocks noGrp="1"/>
          </p:cNvGraphicFramePr>
          <p:nvPr>
            <p:extLst>
              <p:ext uri="{D42A27DB-BD31-4B8C-83A1-F6EECF244321}">
                <p14:modId xmlns:p14="http://schemas.microsoft.com/office/powerpoint/2010/main" val="3238213972"/>
              </p:ext>
            </p:extLst>
          </p:nvPr>
        </p:nvGraphicFramePr>
        <p:xfrm>
          <a:off x="576470" y="1580320"/>
          <a:ext cx="10802767" cy="4611757"/>
        </p:xfrm>
        <a:graphic>
          <a:graphicData uri="http://schemas.openxmlformats.org/drawingml/2006/table">
            <a:tbl>
              <a:tblPr firstRow="1" firstCol="1" bandRow="1"/>
              <a:tblGrid>
                <a:gridCol w="3310762">
                  <a:extLst>
                    <a:ext uri="{9D8B030D-6E8A-4147-A177-3AD203B41FA5}">
                      <a16:colId xmlns:a16="http://schemas.microsoft.com/office/drawing/2014/main" val="1784710967"/>
                    </a:ext>
                  </a:extLst>
                </a:gridCol>
                <a:gridCol w="1217695">
                  <a:extLst>
                    <a:ext uri="{9D8B030D-6E8A-4147-A177-3AD203B41FA5}">
                      <a16:colId xmlns:a16="http://schemas.microsoft.com/office/drawing/2014/main" val="3404736583"/>
                    </a:ext>
                  </a:extLst>
                </a:gridCol>
                <a:gridCol w="1190799">
                  <a:extLst>
                    <a:ext uri="{9D8B030D-6E8A-4147-A177-3AD203B41FA5}">
                      <a16:colId xmlns:a16="http://schemas.microsoft.com/office/drawing/2014/main" val="158750948"/>
                    </a:ext>
                  </a:extLst>
                </a:gridCol>
                <a:gridCol w="1214027">
                  <a:extLst>
                    <a:ext uri="{9D8B030D-6E8A-4147-A177-3AD203B41FA5}">
                      <a16:colId xmlns:a16="http://schemas.microsoft.com/office/drawing/2014/main" val="2175219984"/>
                    </a:ext>
                  </a:extLst>
                </a:gridCol>
                <a:gridCol w="1683943">
                  <a:extLst>
                    <a:ext uri="{9D8B030D-6E8A-4147-A177-3AD203B41FA5}">
                      <a16:colId xmlns:a16="http://schemas.microsoft.com/office/drawing/2014/main" val="2790021611"/>
                    </a:ext>
                  </a:extLst>
                </a:gridCol>
                <a:gridCol w="1256375">
                  <a:extLst>
                    <a:ext uri="{9D8B030D-6E8A-4147-A177-3AD203B41FA5}">
                      <a16:colId xmlns:a16="http://schemas.microsoft.com/office/drawing/2014/main" val="3136013268"/>
                    </a:ext>
                  </a:extLst>
                </a:gridCol>
                <a:gridCol w="929166">
                  <a:extLst>
                    <a:ext uri="{9D8B030D-6E8A-4147-A177-3AD203B41FA5}">
                      <a16:colId xmlns:a16="http://schemas.microsoft.com/office/drawing/2014/main" val="4160288874"/>
                    </a:ext>
                  </a:extLst>
                </a:gridCol>
              </a:tblGrid>
              <a:tr h="690925">
                <a:tc>
                  <a:txBody>
                    <a:bodyPr/>
                    <a:lstStyle/>
                    <a:p>
                      <a:pPr algn="ctr">
                        <a:lnSpc>
                          <a:spcPct val="107000"/>
                        </a:lnSpc>
                        <a:spcAft>
                          <a:spcPts val="800"/>
                        </a:spcAft>
                      </a:pPr>
                      <a:r>
                        <a:rPr lang="pt-BR"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IDEIA</a:t>
                      </a:r>
                      <a:endParaRPr lang="pt-B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07000"/>
                        </a:lnSpc>
                        <a:spcAft>
                          <a:spcPts val="800"/>
                        </a:spcAft>
                      </a:pPr>
                      <a:r>
                        <a:rPr lang="pt-BR"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GRAVIDADE</a:t>
                      </a:r>
                      <a:endParaRPr lang="pt-B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07000"/>
                        </a:lnSpc>
                        <a:spcAft>
                          <a:spcPts val="800"/>
                        </a:spcAft>
                      </a:pPr>
                      <a:r>
                        <a:rPr lang="pt-BR"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URGÊNCIA</a:t>
                      </a:r>
                      <a:endParaRPr lang="pt-B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07000"/>
                        </a:lnSpc>
                        <a:spcAft>
                          <a:spcPts val="800"/>
                        </a:spcAft>
                      </a:pPr>
                      <a:r>
                        <a:rPr lang="pt-BR"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TENDÊNCIA</a:t>
                      </a:r>
                      <a:endParaRPr lang="pt-B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07000"/>
                        </a:lnSpc>
                        <a:spcAft>
                          <a:spcPts val="800"/>
                        </a:spcAft>
                      </a:pPr>
                      <a:r>
                        <a:rPr lang="pt-BR"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OPERACIONALIZAÇÃO</a:t>
                      </a:r>
                      <a:endParaRPr lang="pt-B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07000"/>
                        </a:lnSpc>
                        <a:spcAft>
                          <a:spcPts val="800"/>
                        </a:spcAft>
                      </a:pPr>
                      <a:r>
                        <a:rPr lang="pt-BR"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GRAU CRÍTICO</a:t>
                      </a:r>
                      <a:endParaRPr lang="pt-BR" sz="12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pt-BR" sz="12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(GxUxTxO)</a:t>
                      </a:r>
                      <a:endParaRPr lang="pt-B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a:lnSpc>
                          <a:spcPct val="107000"/>
                        </a:lnSpc>
                        <a:spcAft>
                          <a:spcPts val="800"/>
                        </a:spcAft>
                      </a:pPr>
                      <a:r>
                        <a:rPr lang="pt-BR"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SEQUÊNCIA DE ATIVIDADES</a:t>
                      </a:r>
                      <a:endParaRPr lang="pt-B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781629498"/>
                  </a:ext>
                </a:extLst>
              </a:tr>
              <a:tr h="852902">
                <a:tc>
                  <a:txBody>
                    <a:bodyPr/>
                    <a:lstStyle/>
                    <a:p>
                      <a:pP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 </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 </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 </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9040465"/>
                  </a:ext>
                </a:extLst>
              </a:tr>
              <a:tr h="852902">
                <a:tc>
                  <a:txBody>
                    <a:bodyPr/>
                    <a:lstStyle/>
                    <a:p>
                      <a:pPr>
                        <a:lnSpc>
                          <a:spcPct val="107000"/>
                        </a:lnSpc>
                        <a:spcAft>
                          <a:spcPts val="80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 </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 </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463823"/>
                  </a:ext>
                </a:extLst>
              </a:tr>
              <a:tr h="852902">
                <a:tc>
                  <a:txBody>
                    <a:bodyPr/>
                    <a:lstStyle/>
                    <a:p>
                      <a:pP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 </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6809265"/>
                  </a:ext>
                </a:extLst>
              </a:tr>
              <a:tr h="681063">
                <a:tc>
                  <a:txBody>
                    <a:bodyPr/>
                    <a:lstStyle/>
                    <a:p>
                      <a:pP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4752834"/>
                  </a:ext>
                </a:extLst>
              </a:tr>
              <a:tr h="681063">
                <a:tc>
                  <a:txBody>
                    <a:bodyPr/>
                    <a:lstStyle/>
                    <a:p>
                      <a:pP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a:effectLst/>
                          <a:latin typeface="Calibri" panose="020F0502020204030204" pitchFamily="34" charset="0"/>
                          <a:ea typeface="Calibri" panose="020F0502020204030204" pitchFamily="34" charset="0"/>
                          <a:cs typeface="Times New Roman" panose="02020603050405020304" pitchFamily="18" charset="0"/>
                        </a:rPr>
                        <a:t> </a:t>
                      </a:r>
                      <a:endParaRPr lang="pt-BR"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800"/>
                        </a:spcAft>
                      </a:pPr>
                      <a:r>
                        <a:rPr lang="pt-BR" sz="900" dirty="0">
                          <a:effectLst/>
                          <a:latin typeface="Calibri" panose="020F0502020204030204" pitchFamily="34" charset="0"/>
                          <a:ea typeface="Calibri" panose="020F0502020204030204" pitchFamily="34" charset="0"/>
                          <a:cs typeface="Times New Roman" panose="02020603050405020304" pitchFamily="18" charset="0"/>
                        </a:rPr>
                        <a:t> </a:t>
                      </a:r>
                      <a:endParaRPr lang="pt-B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9382896"/>
                  </a:ext>
                </a:extLst>
              </a:tr>
            </a:tbl>
          </a:graphicData>
        </a:graphic>
      </p:graphicFrame>
    </p:spTree>
    <p:extLst>
      <p:ext uri="{BB962C8B-B14F-4D97-AF65-F5344CB8AC3E}">
        <p14:creationId xmlns:p14="http://schemas.microsoft.com/office/powerpoint/2010/main" val="3561930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44A67408-8B20-9939-0FE6-6177C295CB61}"/>
              </a:ext>
            </a:extLst>
          </p:cNvPr>
          <p:cNvSpPr txBox="1"/>
          <p:nvPr/>
        </p:nvSpPr>
        <p:spPr>
          <a:xfrm>
            <a:off x="1011548" y="273153"/>
            <a:ext cx="9808852" cy="1323439"/>
          </a:xfrm>
          <a:prstGeom prst="rect">
            <a:avLst/>
          </a:prstGeom>
          <a:noFill/>
        </p:spPr>
        <p:txBody>
          <a:bodyPr wrap="square" rtlCol="0">
            <a:spAutoFit/>
          </a:bodyPr>
          <a:lstStyle/>
          <a:p>
            <a:pPr algn="just"/>
            <a:r>
              <a:rPr lang="pt-BR" sz="2000" b="1" dirty="0"/>
              <a:t>Sprint 2: </a:t>
            </a:r>
            <a:r>
              <a:rPr lang="pt-BR" sz="2000" u="sng" dirty="0" err="1"/>
              <a:t>ppt</a:t>
            </a:r>
            <a:r>
              <a:rPr lang="pt-BR" sz="2000" u="sng" dirty="0"/>
              <a:t> com o </a:t>
            </a:r>
            <a:r>
              <a:rPr lang="pt-BR" sz="2000" u="sng" dirty="0" err="1"/>
              <a:t>canvas</a:t>
            </a:r>
            <a:r>
              <a:rPr lang="pt-BR" sz="2000" u="sng" dirty="0"/>
              <a:t> da proposta de valor preenchido com aprofundamento entre o segmento de clientes e a proposta de valor, para melhoria ou lançamento de um novo produto ou serviço. O produto ou serviço ofertado será desenvolvido durante as disciplinas do curso.  </a:t>
            </a:r>
            <a:endParaRPr lang="pt-BR" sz="1200" u="sng" dirty="0">
              <a:latin typeface="Cooper Black" panose="0208090404030B020404" pitchFamily="18" charset="0"/>
            </a:endParaRPr>
          </a:p>
        </p:txBody>
      </p:sp>
      <p:pic>
        <p:nvPicPr>
          <p:cNvPr id="2" name="Imagem 1">
            <a:extLst>
              <a:ext uri="{FF2B5EF4-FFF2-40B4-BE49-F238E27FC236}">
                <a16:creationId xmlns:a16="http://schemas.microsoft.com/office/drawing/2014/main" id="{C33C3590-5DAC-5D82-F454-E5332ADAC98B}"/>
              </a:ext>
            </a:extLst>
          </p:cNvPr>
          <p:cNvPicPr>
            <a:picLocks noChangeAspect="1"/>
          </p:cNvPicPr>
          <p:nvPr/>
        </p:nvPicPr>
        <p:blipFill>
          <a:blip r:embed="rId2"/>
          <a:stretch>
            <a:fillRect/>
          </a:stretch>
        </p:blipFill>
        <p:spPr>
          <a:xfrm>
            <a:off x="3439259" y="2350456"/>
            <a:ext cx="4953429" cy="3429297"/>
          </a:xfrm>
          <a:prstGeom prst="rect">
            <a:avLst/>
          </a:prstGeom>
        </p:spPr>
      </p:pic>
    </p:spTree>
    <p:extLst>
      <p:ext uri="{BB962C8B-B14F-4D97-AF65-F5344CB8AC3E}">
        <p14:creationId xmlns:p14="http://schemas.microsoft.com/office/powerpoint/2010/main" val="3282038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050" name="Text Placeholder 49">
            <a:extLst>
              <a:ext uri="{FF2B5EF4-FFF2-40B4-BE49-F238E27FC236}">
                <a16:creationId xmlns:a16="http://schemas.microsoft.com/office/drawing/2014/main" id="{9DC04A40-3217-1085-9780-5879C7169273}"/>
              </a:ext>
            </a:extLst>
          </p:cNvPr>
          <p:cNvSpPr>
            <a:spLocks noGrp="1"/>
          </p:cNvSpPr>
          <p:nvPr>
            <p:ph type="body" sz="quarter" idx="22"/>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a:latin typeface="Arial" panose="020B0604020202020204" pitchFamily="34" charset="0"/>
                <a:cs typeface="Arial" panose="020B0604020202020204" pitchFamily="34" charset="0"/>
              </a:rPr>
              <a:t>Startup Name</a:t>
            </a:r>
          </a:p>
        </p:txBody>
      </p:sp>
      <p:sp>
        <p:nvSpPr>
          <p:cNvPr id="2051" name="Text Placeholder 50">
            <a:extLst>
              <a:ext uri="{FF2B5EF4-FFF2-40B4-BE49-F238E27FC236}">
                <a16:creationId xmlns:a16="http://schemas.microsoft.com/office/drawing/2014/main" id="{18C2F5B7-D6F1-10C8-E64C-605B672E0B49}"/>
              </a:ext>
            </a:extLst>
          </p:cNvPr>
          <p:cNvSpPr>
            <a:spLocks noGrp="1"/>
          </p:cNvSpPr>
          <p:nvPr>
            <p:ph type="body" sz="quarter" idx="23"/>
          </p:nvPr>
        </p:nvSpPr>
        <p:spPr bwMode="auto">
          <a:xfrm>
            <a:off x="6827838" y="381000"/>
            <a:ext cx="1403350" cy="228600"/>
          </a:xfrm>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a:latin typeface="Arial" panose="020B0604020202020204" pitchFamily="34" charset="0"/>
                <a:cs typeface="Arial" panose="020B0604020202020204" pitchFamily="34" charset="0"/>
              </a:rPr>
              <a:t>Name1, Name2, </a:t>
            </a:r>
            <a:r>
              <a:rPr lang="mr-IN" altLang="pt-BR">
                <a:latin typeface="Arial" panose="020B0604020202020204" pitchFamily="34" charset="0"/>
                <a:cs typeface="Arial" panose="020B0604020202020204" pitchFamily="34" charset="0"/>
              </a:rPr>
              <a:t>…</a:t>
            </a:r>
            <a:endParaRPr lang="en-GB" altLang="pt-BR">
              <a:latin typeface="Arial" panose="020B0604020202020204" pitchFamily="34" charset="0"/>
              <a:cs typeface="Arial" panose="020B0604020202020204" pitchFamily="34" charset="0"/>
            </a:endParaRPr>
          </a:p>
        </p:txBody>
      </p:sp>
      <p:sp>
        <p:nvSpPr>
          <p:cNvPr id="2052" name="Text Placeholder 68">
            <a:extLst>
              <a:ext uri="{FF2B5EF4-FFF2-40B4-BE49-F238E27FC236}">
                <a16:creationId xmlns:a16="http://schemas.microsoft.com/office/drawing/2014/main" id="{5113745A-5471-85CB-7831-5E366CD44FBC}"/>
              </a:ext>
            </a:extLst>
          </p:cNvPr>
          <p:cNvSpPr>
            <a:spLocks noGrp="1"/>
          </p:cNvSpPr>
          <p:nvPr>
            <p:ph type="body" sz="quarter" idx="24"/>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a:latin typeface="Arial" panose="020B0604020202020204" pitchFamily="34" charset="0"/>
                <a:cs typeface="Arial" panose="020B0604020202020204" pitchFamily="34" charset="0"/>
              </a:rPr>
              <a:t>DD/MM/YYYY</a:t>
            </a:r>
          </a:p>
        </p:txBody>
      </p:sp>
      <p:sp>
        <p:nvSpPr>
          <p:cNvPr id="2053" name="Text Placeholder 69">
            <a:extLst>
              <a:ext uri="{FF2B5EF4-FFF2-40B4-BE49-F238E27FC236}">
                <a16:creationId xmlns:a16="http://schemas.microsoft.com/office/drawing/2014/main" id="{5CB8D3CE-2BE5-6261-2155-278836D4FA51}"/>
              </a:ext>
            </a:extLst>
          </p:cNvPr>
          <p:cNvSpPr>
            <a:spLocks noGrp="1"/>
          </p:cNvSpPr>
          <p:nvPr>
            <p:ph type="body" sz="quarter" idx="25"/>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a:latin typeface="Arial" panose="020B0604020202020204" pitchFamily="34" charset="0"/>
                <a:cs typeface="Arial" panose="020B0604020202020204" pitchFamily="34" charset="0"/>
              </a:rPr>
              <a:t>X.Y</a:t>
            </a:r>
          </a:p>
        </p:txBody>
      </p:sp>
      <p:sp>
        <p:nvSpPr>
          <p:cNvPr id="2054" name="Text Placeholder 34">
            <a:extLst>
              <a:ext uri="{FF2B5EF4-FFF2-40B4-BE49-F238E27FC236}">
                <a16:creationId xmlns:a16="http://schemas.microsoft.com/office/drawing/2014/main" id="{B2237985-B289-261D-57BC-7C3192A47F98}"/>
              </a:ext>
            </a:extLst>
          </p:cNvPr>
          <p:cNvSpPr>
            <a:spLocks noGrp="1" noChangeArrowheads="1"/>
          </p:cNvSpPr>
          <p:nvPr>
            <p:ph type="body" sz="quarter" idx="32"/>
          </p:nvPr>
        </p:nvSpPr>
        <p:spPr bwMode="auto">
          <a:xfrm>
            <a:off x="729395" y="1567072"/>
            <a:ext cx="1981200" cy="1724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dirty="0">
                <a:solidFill>
                  <a:srgbClr val="919191"/>
                </a:solidFill>
                <a:latin typeface="Arial" panose="020B0604020202020204" pitchFamily="34" charset="0"/>
                <a:cs typeface="Arial" panose="020B0604020202020204" pitchFamily="34" charset="0"/>
              </a:rPr>
              <a:t>A benefit is what your product does for the customer. The benefits are the ways that the features make your customer</a:t>
            </a:r>
            <a:r>
              <a:rPr lang="en-GB" altLang="en-GB" dirty="0">
                <a:solidFill>
                  <a:srgbClr val="919191"/>
                </a:solidFill>
                <a:latin typeface="Arial" panose="020B0604020202020204" pitchFamily="34" charset="0"/>
                <a:cs typeface="Arial" panose="020B0604020202020204" pitchFamily="34" charset="0"/>
              </a:rPr>
              <a:t>’</a:t>
            </a:r>
            <a:r>
              <a:rPr lang="en-GB" altLang="pt-BR" dirty="0">
                <a:solidFill>
                  <a:srgbClr val="919191"/>
                </a:solidFill>
                <a:latin typeface="Arial" panose="020B0604020202020204" pitchFamily="34" charset="0"/>
                <a:cs typeface="Arial" panose="020B0604020202020204" pitchFamily="34" charset="0"/>
              </a:rPr>
              <a:t>s life easier by increasing pleasure or decreasing pain. The benefits of your product are the really core of your value proposition. The best way to list out the benefits of your product on the canvas is to imagine all the ways that your product makes your customer</a:t>
            </a:r>
            <a:r>
              <a:rPr lang="en-GB" altLang="en-GB" dirty="0">
                <a:solidFill>
                  <a:srgbClr val="919191"/>
                </a:solidFill>
                <a:latin typeface="Arial" panose="020B0604020202020204" pitchFamily="34" charset="0"/>
                <a:cs typeface="Arial" panose="020B0604020202020204" pitchFamily="34" charset="0"/>
              </a:rPr>
              <a:t>’</a:t>
            </a:r>
            <a:r>
              <a:rPr lang="en-GB" altLang="pt-BR" dirty="0">
                <a:solidFill>
                  <a:srgbClr val="919191"/>
                </a:solidFill>
                <a:latin typeface="Arial" panose="020B0604020202020204" pitchFamily="34" charset="0"/>
                <a:cs typeface="Arial" panose="020B0604020202020204" pitchFamily="34" charset="0"/>
              </a:rPr>
              <a:t>s life better.</a:t>
            </a:r>
          </a:p>
        </p:txBody>
      </p:sp>
      <p:sp>
        <p:nvSpPr>
          <p:cNvPr id="2055" name="Text Placeholder 35">
            <a:extLst>
              <a:ext uri="{FF2B5EF4-FFF2-40B4-BE49-F238E27FC236}">
                <a16:creationId xmlns:a16="http://schemas.microsoft.com/office/drawing/2014/main" id="{92EF27B6-3403-2620-FDA1-9DBCEE047CF7}"/>
              </a:ext>
            </a:extLst>
          </p:cNvPr>
          <p:cNvSpPr>
            <a:spLocks noGrp="1" noChangeArrowheads="1"/>
          </p:cNvSpPr>
          <p:nvPr>
            <p:ph type="body" sz="quarter" idx="33"/>
          </p:nvPr>
        </p:nvSpPr>
        <p:spPr bwMode="auto">
          <a:xfrm>
            <a:off x="657225" y="3620399"/>
            <a:ext cx="1981200" cy="1724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pt-BR" dirty="0">
                <a:solidFill>
                  <a:srgbClr val="919191"/>
                </a:solidFill>
                <a:latin typeface="Arial" panose="020B0604020202020204" pitchFamily="34" charset="0"/>
                <a:cs typeface="Arial" panose="020B0604020202020204" pitchFamily="34" charset="0"/>
              </a:rPr>
              <a:t>A feature is a factual description of how your product works. The features are the functioning attributes of your product. The features also provide the </a:t>
            </a:r>
            <a:r>
              <a:rPr lang="en-US" altLang="en-GB" dirty="0">
                <a:solidFill>
                  <a:srgbClr val="919191"/>
                </a:solidFill>
                <a:latin typeface="Arial" panose="020B0604020202020204" pitchFamily="34" charset="0"/>
                <a:cs typeface="Arial" panose="020B0604020202020204" pitchFamily="34" charset="0"/>
              </a:rPr>
              <a:t>‘</a:t>
            </a:r>
            <a:r>
              <a:rPr lang="en-US" altLang="pt-BR" dirty="0">
                <a:solidFill>
                  <a:srgbClr val="919191"/>
                </a:solidFill>
                <a:latin typeface="Arial" panose="020B0604020202020204" pitchFamily="34" charset="0"/>
                <a:cs typeface="Arial" panose="020B0604020202020204" pitchFamily="34" charset="0"/>
              </a:rPr>
              <a:t>reasons to believe</a:t>
            </a:r>
            <a:r>
              <a:rPr lang="en-US" altLang="en-GB" dirty="0">
                <a:solidFill>
                  <a:srgbClr val="919191"/>
                </a:solidFill>
                <a:latin typeface="Arial" panose="020B0604020202020204" pitchFamily="34" charset="0"/>
                <a:cs typeface="Arial" panose="020B0604020202020204" pitchFamily="34" charset="0"/>
              </a:rPr>
              <a:t>’</a:t>
            </a:r>
            <a:r>
              <a:rPr lang="en-US" altLang="pt-BR" dirty="0">
                <a:solidFill>
                  <a:srgbClr val="919191"/>
                </a:solidFill>
                <a:latin typeface="Arial" panose="020B0604020202020204" pitchFamily="34" charset="0"/>
                <a:cs typeface="Arial" panose="020B0604020202020204" pitchFamily="34" charset="0"/>
              </a:rPr>
              <a:t>. Many FMCG marketers deride the importance of features because features are no longer a point of difference in most FMCG marketing. But for technology products and innovative new services the features on offer can still be an important part of your value proposition.</a:t>
            </a:r>
            <a:endParaRPr lang="en-GB" altLang="pt-BR" dirty="0">
              <a:solidFill>
                <a:srgbClr val="919191"/>
              </a:solidFill>
              <a:latin typeface="Arial" panose="020B0604020202020204" pitchFamily="34" charset="0"/>
              <a:cs typeface="Arial" panose="020B0604020202020204" pitchFamily="34" charset="0"/>
            </a:endParaRPr>
          </a:p>
        </p:txBody>
      </p:sp>
      <p:sp>
        <p:nvSpPr>
          <p:cNvPr id="2056" name="Text Placeholder 42">
            <a:extLst>
              <a:ext uri="{FF2B5EF4-FFF2-40B4-BE49-F238E27FC236}">
                <a16:creationId xmlns:a16="http://schemas.microsoft.com/office/drawing/2014/main" id="{093B1DDF-71C9-DC80-BF5E-123DC0EC80CD}"/>
              </a:ext>
            </a:extLst>
          </p:cNvPr>
          <p:cNvSpPr>
            <a:spLocks noGrp="1" noChangeArrowheads="1"/>
          </p:cNvSpPr>
          <p:nvPr>
            <p:ph type="body" sz="quarter" idx="34"/>
          </p:nvPr>
        </p:nvSpPr>
        <p:spPr bwMode="auto">
          <a:xfrm>
            <a:off x="3533775" y="1465262"/>
            <a:ext cx="1981200" cy="3946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eaLnBrk="1" hangingPunct="1"/>
            <a:r>
              <a:rPr lang="en-GB" altLang="pt-BR" dirty="0">
                <a:solidFill>
                  <a:srgbClr val="919191"/>
                </a:solidFill>
                <a:latin typeface="Arial" panose="020B0604020202020204" pitchFamily="34" charset="0"/>
                <a:cs typeface="Arial" panose="020B0604020202020204" pitchFamily="34" charset="0"/>
              </a:rPr>
              <a:t>The product experience is the way that owning your product makes the customer feel. It</a:t>
            </a:r>
            <a:r>
              <a:rPr lang="en-GB" altLang="en-GB" dirty="0">
                <a:solidFill>
                  <a:srgbClr val="919191"/>
                </a:solidFill>
                <a:latin typeface="Arial" panose="020B0604020202020204" pitchFamily="34" charset="0"/>
                <a:cs typeface="Arial" panose="020B0604020202020204" pitchFamily="34" charset="0"/>
              </a:rPr>
              <a:t>’</a:t>
            </a:r>
            <a:r>
              <a:rPr lang="en-GB" altLang="pt-BR" dirty="0">
                <a:solidFill>
                  <a:srgbClr val="919191"/>
                </a:solidFill>
                <a:latin typeface="Arial" panose="020B0604020202020204" pitchFamily="34" charset="0"/>
                <a:cs typeface="Arial" panose="020B0604020202020204" pitchFamily="34" charset="0"/>
              </a:rPr>
              <a:t>s the sum total of the combined features and benefits. Product experience is different to features and benefits because it</a:t>
            </a:r>
            <a:r>
              <a:rPr lang="en-GB" altLang="en-GB" dirty="0">
                <a:solidFill>
                  <a:srgbClr val="919191"/>
                </a:solidFill>
                <a:latin typeface="Arial" panose="020B0604020202020204" pitchFamily="34" charset="0"/>
                <a:cs typeface="Arial" panose="020B0604020202020204" pitchFamily="34" charset="0"/>
              </a:rPr>
              <a:t>’</a:t>
            </a:r>
            <a:r>
              <a:rPr lang="en-GB" altLang="pt-BR" dirty="0">
                <a:solidFill>
                  <a:srgbClr val="919191"/>
                </a:solidFill>
                <a:latin typeface="Arial" panose="020B0604020202020204" pitchFamily="34" charset="0"/>
                <a:cs typeface="Arial" panose="020B0604020202020204" pitchFamily="34" charset="0"/>
              </a:rPr>
              <a:t>s more about the emotional reasons why people buy your product and what it means for them in their own lives. The product experience is the kernel that will help identify the market positioning and brand essence that is usually built out of the value proposition.</a:t>
            </a:r>
          </a:p>
        </p:txBody>
      </p:sp>
      <p:sp>
        <p:nvSpPr>
          <p:cNvPr id="2057" name="Text Placeholder 77">
            <a:extLst>
              <a:ext uri="{FF2B5EF4-FFF2-40B4-BE49-F238E27FC236}">
                <a16:creationId xmlns:a16="http://schemas.microsoft.com/office/drawing/2014/main" id="{51E9C0B4-54BE-DDE0-659B-B8D33A2DBA30}"/>
              </a:ext>
            </a:extLst>
          </p:cNvPr>
          <p:cNvSpPr>
            <a:spLocks noGrp="1" noChangeArrowheads="1"/>
          </p:cNvSpPr>
          <p:nvPr>
            <p:ph type="body" sz="quarter" idx="3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dirty="0">
                <a:solidFill>
                  <a:srgbClr val="919191"/>
                </a:solidFill>
                <a:latin typeface="Arial" panose="020B0604020202020204" pitchFamily="34" charset="0"/>
                <a:cs typeface="Arial" panose="020B0604020202020204" pitchFamily="34" charset="0"/>
              </a:rPr>
              <a:t>The emotional drivers of decision making are things that we want to be, do or have. Our wants are usually conscious (but aspirational) thoughts about how we</a:t>
            </a:r>
            <a:r>
              <a:rPr lang="en-GB" altLang="en-GB" dirty="0">
                <a:solidFill>
                  <a:srgbClr val="919191"/>
                </a:solidFill>
                <a:latin typeface="Arial" panose="020B0604020202020204" pitchFamily="34" charset="0"/>
                <a:cs typeface="Arial" panose="020B0604020202020204" pitchFamily="34" charset="0"/>
              </a:rPr>
              <a:t>’</a:t>
            </a:r>
            <a:r>
              <a:rPr lang="en-GB" altLang="pt-BR" dirty="0">
                <a:solidFill>
                  <a:srgbClr val="919191"/>
                </a:solidFill>
                <a:latin typeface="Arial" panose="020B0604020202020204" pitchFamily="34" charset="0"/>
                <a:cs typeface="Arial" panose="020B0604020202020204" pitchFamily="34" charset="0"/>
              </a:rPr>
              <a:t>d like to improve our lives. They sometimes seem like daydreams but they can be powerful motivators of action. The wants speak more to the pull of our hearts and our emotions.</a:t>
            </a:r>
          </a:p>
        </p:txBody>
      </p:sp>
      <p:sp>
        <p:nvSpPr>
          <p:cNvPr id="2058" name="Text Placeholder 78">
            <a:extLst>
              <a:ext uri="{FF2B5EF4-FFF2-40B4-BE49-F238E27FC236}">
                <a16:creationId xmlns:a16="http://schemas.microsoft.com/office/drawing/2014/main" id="{5CC13766-D858-7FB5-BAC6-D47E47906205}"/>
              </a:ext>
            </a:extLst>
          </p:cNvPr>
          <p:cNvSpPr>
            <a:spLocks noGrp="1" noChangeArrowheads="1"/>
          </p:cNvSpPr>
          <p:nvPr>
            <p:ph type="body" sz="quarter" idx="3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a:solidFill>
                  <a:srgbClr val="919191"/>
                </a:solidFill>
                <a:latin typeface="Arial" panose="020B0604020202020204" pitchFamily="34" charset="0"/>
                <a:cs typeface="Arial" panose="020B0604020202020204" pitchFamily="34" charset="0"/>
              </a:rPr>
              <a:t>The customer</a:t>
            </a:r>
            <a:r>
              <a:rPr lang="en-GB" altLang="en-GB">
                <a:solidFill>
                  <a:srgbClr val="919191"/>
                </a:solidFill>
                <a:latin typeface="Arial" panose="020B0604020202020204" pitchFamily="34" charset="0"/>
                <a:cs typeface="Arial" panose="020B0604020202020204" pitchFamily="34" charset="0"/>
              </a:rPr>
              <a:t>’</a:t>
            </a:r>
            <a:r>
              <a:rPr lang="en-GB" altLang="pt-BR">
                <a:solidFill>
                  <a:srgbClr val="919191"/>
                </a:solidFill>
                <a:latin typeface="Arial" panose="020B0604020202020204" pitchFamily="34" charset="0"/>
                <a:cs typeface="Arial" panose="020B0604020202020204" pitchFamily="34" charset="0"/>
              </a:rPr>
              <a:t>s needs are the rational things that the customer needs to get done. Interestingly, needs are not always conscious. Customers can have needs that they may not know about yet. Designers call these </a:t>
            </a:r>
            <a:r>
              <a:rPr lang="en-GB" altLang="en-GB">
                <a:solidFill>
                  <a:srgbClr val="919191"/>
                </a:solidFill>
                <a:latin typeface="Arial" panose="020B0604020202020204" pitchFamily="34" charset="0"/>
                <a:cs typeface="Arial" panose="020B0604020202020204" pitchFamily="34" charset="0"/>
              </a:rPr>
              <a:t>“</a:t>
            </a:r>
            <a:r>
              <a:rPr lang="en-GB" altLang="pt-BR">
                <a:solidFill>
                  <a:srgbClr val="919191"/>
                </a:solidFill>
                <a:latin typeface="Arial" panose="020B0604020202020204" pitchFamily="34" charset="0"/>
                <a:cs typeface="Arial" panose="020B0604020202020204" pitchFamily="34" charset="0"/>
              </a:rPr>
              <a:t>latent needs</a:t>
            </a:r>
            <a:r>
              <a:rPr lang="en-GB" altLang="en-GB">
                <a:solidFill>
                  <a:srgbClr val="919191"/>
                </a:solidFill>
                <a:latin typeface="Arial" panose="020B0604020202020204" pitchFamily="34" charset="0"/>
                <a:cs typeface="Arial" panose="020B0604020202020204" pitchFamily="34" charset="0"/>
              </a:rPr>
              <a:t>“</a:t>
            </a:r>
            <a:r>
              <a:rPr lang="en-GB" altLang="pt-BR">
                <a:solidFill>
                  <a:srgbClr val="919191"/>
                </a:solidFill>
                <a:latin typeface="Arial" panose="020B0604020202020204" pitchFamily="34" charset="0"/>
                <a:cs typeface="Arial" panose="020B0604020202020204" pitchFamily="34" charset="0"/>
              </a:rPr>
              <a:t>. The needs speak more to the pull of our heads and rational motivations.</a:t>
            </a:r>
          </a:p>
        </p:txBody>
      </p:sp>
      <p:sp>
        <p:nvSpPr>
          <p:cNvPr id="2059" name="Text Placeholder 79">
            <a:extLst>
              <a:ext uri="{FF2B5EF4-FFF2-40B4-BE49-F238E27FC236}">
                <a16:creationId xmlns:a16="http://schemas.microsoft.com/office/drawing/2014/main" id="{D45F21A2-B93D-6DB7-2AEB-EA07263865BF}"/>
              </a:ext>
            </a:extLst>
          </p:cNvPr>
          <p:cNvSpPr>
            <a:spLocks noGrp="1" noChangeArrowheads="1"/>
          </p:cNvSpPr>
          <p:nvPr>
            <p:ph type="body" sz="quarter" idx="37"/>
          </p:nvPr>
        </p:nvSpPr>
        <p:spPr bwMode="auto">
          <a:xfrm>
            <a:off x="10160000" y="2362200"/>
            <a:ext cx="1219200" cy="205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eaLnBrk="1" hangingPunct="1"/>
            <a:r>
              <a:rPr lang="en-GB" altLang="pt-BR" dirty="0">
                <a:solidFill>
                  <a:srgbClr val="919191"/>
                </a:solidFill>
                <a:latin typeface="Arial" panose="020B0604020202020204" pitchFamily="34" charset="0"/>
                <a:cs typeface="Arial" panose="020B0604020202020204" pitchFamily="34" charset="0"/>
              </a:rPr>
              <a:t>Fears can be a strong driver of purchasing behaviour and can be the hidden source of wants and needs. For any product there is a secret </a:t>
            </a:r>
            <a:r>
              <a:rPr lang="en-GB" altLang="en-GB" dirty="0">
                <a:solidFill>
                  <a:srgbClr val="919191"/>
                </a:solidFill>
                <a:latin typeface="Arial" panose="020B0604020202020204" pitchFamily="34" charset="0"/>
                <a:cs typeface="Arial" panose="020B0604020202020204" pitchFamily="34" charset="0"/>
              </a:rPr>
              <a:t>“</a:t>
            </a:r>
            <a:r>
              <a:rPr lang="en-GB" altLang="pt-BR" dirty="0">
                <a:solidFill>
                  <a:srgbClr val="919191"/>
                </a:solidFill>
                <a:latin typeface="Arial" panose="020B0604020202020204" pitchFamily="34" charset="0"/>
                <a:cs typeface="Arial" panose="020B0604020202020204" pitchFamily="34" charset="0"/>
              </a:rPr>
              <a:t>pain of switching</a:t>
            </a:r>
            <a:r>
              <a:rPr lang="en-GB" altLang="en-GB" dirty="0">
                <a:solidFill>
                  <a:srgbClr val="919191"/>
                </a:solidFill>
                <a:latin typeface="Arial" panose="020B0604020202020204" pitchFamily="34" charset="0"/>
                <a:cs typeface="Arial" panose="020B0604020202020204" pitchFamily="34" charset="0"/>
              </a:rPr>
              <a:t>“</a:t>
            </a:r>
            <a:r>
              <a:rPr lang="en-GB" altLang="pt-BR" dirty="0">
                <a:solidFill>
                  <a:srgbClr val="919191"/>
                </a:solidFill>
                <a:latin typeface="Arial" panose="020B0604020202020204" pitchFamily="34" charset="0"/>
                <a:cs typeface="Arial" panose="020B0604020202020204" pitchFamily="34" charset="0"/>
              </a:rPr>
              <a:t>. Even if your product is better than the competition, it might not be a big enough improvement to overcome the inertia of the status quo.</a:t>
            </a:r>
          </a:p>
        </p:txBody>
      </p:sp>
      <p:sp>
        <p:nvSpPr>
          <p:cNvPr id="2060" name="Text Placeholder 80">
            <a:extLst>
              <a:ext uri="{FF2B5EF4-FFF2-40B4-BE49-F238E27FC236}">
                <a16:creationId xmlns:a16="http://schemas.microsoft.com/office/drawing/2014/main" id="{3D94F71E-041D-C535-8753-F2E9C2948846}"/>
              </a:ext>
            </a:extLst>
          </p:cNvPr>
          <p:cNvSpPr>
            <a:spLocks noGrp="1" noChangeArrowheads="1"/>
          </p:cNvSpPr>
          <p:nvPr>
            <p:ph type="body" sz="quarter" idx="38"/>
          </p:nvPr>
        </p:nvSpPr>
        <p:spPr bwMode="auto">
          <a:xfrm>
            <a:off x="7086600" y="5715000"/>
            <a:ext cx="3505200" cy="579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GB" altLang="pt-BR">
                <a:solidFill>
                  <a:srgbClr val="919191"/>
                </a:solidFill>
                <a:latin typeface="Arial" panose="020B0604020202020204" pitchFamily="34" charset="0"/>
                <a:cs typeface="Arial" panose="020B0604020202020204" pitchFamily="34" charset="0"/>
              </a:rPr>
              <a:t>These are not just the obvious competitors, but also existing behaviours and coping mechanisms. Remember that people made it this far in life without your product. If your product isn</a:t>
            </a:r>
            <a:r>
              <a:rPr lang="en-GB" altLang="en-GB">
                <a:solidFill>
                  <a:srgbClr val="919191"/>
                </a:solidFill>
                <a:latin typeface="Arial" panose="020B0604020202020204" pitchFamily="34" charset="0"/>
                <a:cs typeface="Arial" panose="020B0604020202020204" pitchFamily="34" charset="0"/>
              </a:rPr>
              <a:t>’</a:t>
            </a:r>
            <a:r>
              <a:rPr lang="en-GB" altLang="pt-BR">
                <a:solidFill>
                  <a:srgbClr val="919191"/>
                </a:solidFill>
                <a:latin typeface="Arial" panose="020B0604020202020204" pitchFamily="34" charset="0"/>
                <a:cs typeface="Arial" panose="020B0604020202020204" pitchFamily="34" charset="0"/>
              </a:rPr>
              <a:t>t better than the existing solutions then you don</a:t>
            </a:r>
            <a:r>
              <a:rPr lang="en-GB" altLang="en-GB">
                <a:solidFill>
                  <a:srgbClr val="919191"/>
                </a:solidFill>
                <a:latin typeface="Arial" panose="020B0604020202020204" pitchFamily="34" charset="0"/>
                <a:cs typeface="Arial" panose="020B0604020202020204" pitchFamily="34" charset="0"/>
              </a:rPr>
              <a:t>’</a:t>
            </a:r>
            <a:r>
              <a:rPr lang="en-GB" altLang="pt-BR">
                <a:solidFill>
                  <a:srgbClr val="919191"/>
                </a:solidFill>
                <a:latin typeface="Arial" panose="020B0604020202020204" pitchFamily="34" charset="0"/>
                <a:cs typeface="Arial" panose="020B0604020202020204" pitchFamily="34" charset="0"/>
              </a:rPr>
              <a:t>t have a real-world value proposition.</a:t>
            </a:r>
          </a:p>
          <a:p>
            <a:pPr eaLnBrk="1" hangingPunct="1"/>
            <a:endParaRPr lang="en-GB" altLang="pt-BR">
              <a:solidFill>
                <a:srgbClr val="919191"/>
              </a:solidFill>
              <a:latin typeface="Arial" panose="020B0604020202020204" pitchFamily="34" charset="0"/>
              <a:cs typeface="Arial" panose="020B0604020202020204" pitchFamily="34" charset="0"/>
            </a:endParaRPr>
          </a:p>
        </p:txBody>
      </p:sp>
      <p:sp>
        <p:nvSpPr>
          <p:cNvPr id="82" name="Text Placeholder 81">
            <a:extLst>
              <a:ext uri="{FF2B5EF4-FFF2-40B4-BE49-F238E27FC236}">
                <a16:creationId xmlns:a16="http://schemas.microsoft.com/office/drawing/2014/main" id="{55B29E6C-D09E-FC85-B94F-5BEAC55B89F0}"/>
              </a:ext>
            </a:extLst>
          </p:cNvPr>
          <p:cNvSpPr>
            <a:spLocks noGrp="1"/>
          </p:cNvSpPr>
          <p:nvPr>
            <p:ph type="body" sz="quarter" idx="39"/>
          </p:nvPr>
        </p:nvSpPr>
        <p:spPr>
          <a:xfrm>
            <a:off x="1552575" y="6065838"/>
            <a:ext cx="1981200" cy="228600"/>
          </a:xfrm>
        </p:spPr>
        <p:txBody>
          <a:bodyPr/>
          <a:lstStyle/>
          <a:p>
            <a:pPr eaLnBrk="1" fontAlgn="auto" hangingPunct="1">
              <a:spcAft>
                <a:spcPts val="0"/>
              </a:spcAft>
              <a:defRPr/>
            </a:pPr>
            <a:r>
              <a:rPr lang="en-GB" dirty="0">
                <a:ea typeface="+mn-ea"/>
              </a:rPr>
              <a:t>Name your product or service</a:t>
            </a:r>
          </a:p>
        </p:txBody>
      </p:sp>
      <p:sp>
        <p:nvSpPr>
          <p:cNvPr id="83" name="Text Placeholder 82">
            <a:extLst>
              <a:ext uri="{FF2B5EF4-FFF2-40B4-BE49-F238E27FC236}">
                <a16:creationId xmlns:a16="http://schemas.microsoft.com/office/drawing/2014/main" id="{FF53FC54-17BE-BFC0-4D51-02DCBCC6B8D1}"/>
              </a:ext>
            </a:extLst>
          </p:cNvPr>
          <p:cNvSpPr>
            <a:spLocks noGrp="1"/>
          </p:cNvSpPr>
          <p:nvPr>
            <p:ph type="body" sz="quarter" idx="40"/>
          </p:nvPr>
        </p:nvSpPr>
        <p:spPr>
          <a:xfrm>
            <a:off x="3762375" y="6065838"/>
            <a:ext cx="1981200" cy="228600"/>
          </a:xfrm>
        </p:spPr>
        <p:txBody>
          <a:bodyPr/>
          <a:lstStyle/>
          <a:p>
            <a:pPr eaLnBrk="1" fontAlgn="auto" hangingPunct="1">
              <a:spcAft>
                <a:spcPts val="0"/>
              </a:spcAft>
              <a:defRPr/>
            </a:pPr>
            <a:r>
              <a:rPr lang="en-GB" dirty="0">
                <a:ea typeface="+mn-ea"/>
              </a:rPr>
              <a:t>Name you ideal customer</a:t>
            </a:r>
          </a:p>
        </p:txBody>
      </p:sp>
      <p:sp>
        <p:nvSpPr>
          <p:cNvPr id="2063" name="Rectangle 62">
            <a:extLst>
              <a:ext uri="{FF2B5EF4-FFF2-40B4-BE49-F238E27FC236}">
                <a16:creationId xmlns:a16="http://schemas.microsoft.com/office/drawing/2014/main" id="{490B791F-723E-787E-142B-897B524FC582}"/>
              </a:ext>
            </a:extLst>
          </p:cNvPr>
          <p:cNvSpPr>
            <a:spLocks noChangeArrowheads="1"/>
          </p:cNvSpPr>
          <p:nvPr/>
        </p:nvSpPr>
        <p:spPr bwMode="auto">
          <a:xfrm>
            <a:off x="1390650" y="6457951"/>
            <a:ext cx="94107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defTabSz="457200" fontAlgn="base">
              <a:spcBef>
                <a:spcPct val="0"/>
              </a:spcBef>
              <a:spcAft>
                <a:spcPct val="0"/>
              </a:spcAft>
            </a:pPr>
            <a:r>
              <a:rPr lang="en-GB" altLang="pt-BR" sz="700" dirty="0">
                <a:solidFill>
                  <a:srgbClr val="808080"/>
                </a:solidFill>
                <a:latin typeface="Arial" panose="020B0604020202020204" pitchFamily="34" charset="0"/>
                <a:cs typeface="Arial" panose="020B0604020202020204" pitchFamily="34" charset="0"/>
              </a:rPr>
              <a:t>Designed by: Peter J. Thomson, based on the work of Steve Blank, Clayton Christensen, Seth Godin, Yves Pigneur and Alex Osterwalder. (</a:t>
            </a:r>
            <a:r>
              <a:rPr lang="en-GB" altLang="pt-BR" sz="700" dirty="0">
                <a:solidFill>
                  <a:srgbClr val="808080"/>
                </a:solidFill>
                <a:latin typeface="Arial" panose="020B0604020202020204" pitchFamily="34" charset="0"/>
                <a:cs typeface="Arial" panose="020B0604020202020204" pitchFamily="34" charset="0"/>
                <a:hlinkClick r:id="rId2"/>
              </a:rPr>
              <a:t>https://www.strategyzer.com/canvas/value-proposition-canvas</a:t>
            </a:r>
            <a:r>
              <a:rPr lang="en-GB" altLang="pt-BR" sz="700" dirty="0">
                <a:solidFill>
                  <a:srgbClr val="808080"/>
                </a:solidFill>
                <a:latin typeface="Arial" panose="020B0604020202020204" pitchFamily="34" charset="0"/>
                <a:cs typeface="Arial" panose="020B0604020202020204" pitchFamily="34" charset="0"/>
              </a:rPr>
              <a:t>). PowerPoint implementation by: Neos Chronos Limited </a:t>
            </a:r>
            <a:r>
              <a:rPr lang="en-GB" altLang="pt-BR" sz="700" dirty="0">
                <a:solidFill>
                  <a:srgbClr val="444444"/>
                </a:solidFill>
                <a:latin typeface="Arial" panose="020B0604020202020204" pitchFamily="34" charset="0"/>
                <a:cs typeface="Arial" panose="020B0604020202020204" pitchFamily="34" charset="0"/>
              </a:rPr>
              <a:t>(</a:t>
            </a:r>
            <a:r>
              <a:rPr lang="en-GB" altLang="pt-BR" sz="700" dirty="0">
                <a:solidFill>
                  <a:srgbClr val="444444"/>
                </a:solidFill>
                <a:latin typeface="Arial" panose="020B0604020202020204" pitchFamily="34" charset="0"/>
                <a:cs typeface="Arial" panose="020B0604020202020204" pitchFamily="34" charset="0"/>
                <a:hlinkClick r:id="rId3"/>
              </a:rPr>
              <a:t>https://neoschronos.com</a:t>
            </a:r>
            <a:r>
              <a:rPr lang="en-GB" altLang="pt-BR" sz="700" dirty="0">
                <a:solidFill>
                  <a:srgbClr val="444444"/>
                </a:solidFill>
                <a:latin typeface="Arial" panose="020B0604020202020204" pitchFamily="34" charset="0"/>
                <a:cs typeface="Arial" panose="020B0604020202020204" pitchFamily="34" charset="0"/>
              </a:rPr>
              <a:t>). </a:t>
            </a:r>
            <a:r>
              <a:rPr lang="en-GB" altLang="pt-BR" sz="700" dirty="0">
                <a:solidFill>
                  <a:srgbClr val="808080"/>
                </a:solidFill>
                <a:latin typeface="Arial" panose="020B0604020202020204" pitchFamily="34" charset="0"/>
                <a:cs typeface="Arial" panose="020B0604020202020204" pitchFamily="34" charset="0"/>
              </a:rPr>
              <a:t>License: </a:t>
            </a:r>
            <a:r>
              <a:rPr lang="mr-IN" altLang="pt-BR" sz="700" dirty="0">
                <a:solidFill>
                  <a:srgbClr val="444444"/>
                </a:solidFill>
                <a:latin typeface="Arial" panose="020B0604020202020204" pitchFamily="34" charset="0"/>
                <a:cs typeface="Arial" panose="020B0604020202020204" pitchFamily="34" charset="0"/>
                <a:hlinkClick r:id="rId4"/>
              </a:rPr>
              <a:t>CC BY-SA 3.0</a:t>
            </a:r>
            <a:endParaRPr lang="mr-IN" altLang="pt-BR" sz="700" dirty="0">
              <a:solidFill>
                <a:srgbClr val="808080"/>
              </a:solidFill>
              <a:latin typeface="Arial" panose="020B0604020202020204" pitchFamily="34" charset="0"/>
              <a:cs typeface="Arial" panose="020B0604020202020204" pitchFamily="34" charset="0"/>
            </a:endParaRPr>
          </a:p>
          <a:p>
            <a:pPr defTabSz="457200" fontAlgn="base">
              <a:spcBef>
                <a:spcPct val="0"/>
              </a:spcBef>
              <a:spcAft>
                <a:spcPct val="0"/>
              </a:spcAft>
            </a:pPr>
            <a:endParaRPr lang="en-GB" altLang="pt-BR" sz="700" dirty="0">
              <a:solidFill>
                <a:srgbClr val="444444"/>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esdemona template">
  <a:themeElements>
    <a:clrScheme name="Custom 347">
      <a:dk1>
        <a:srgbClr val="454F5B"/>
      </a:dk1>
      <a:lt1>
        <a:srgbClr val="FFFFFF"/>
      </a:lt1>
      <a:dk2>
        <a:srgbClr val="89929B"/>
      </a:dk2>
      <a:lt2>
        <a:srgbClr val="EFF1F3"/>
      </a:lt2>
      <a:accent1>
        <a:srgbClr val="4ECDC4"/>
      </a:accent1>
      <a:accent2>
        <a:srgbClr val="C7F464"/>
      </a:accent2>
      <a:accent3>
        <a:srgbClr val="454F5B"/>
      </a:accent3>
      <a:accent4>
        <a:srgbClr val="738498"/>
      </a:accent4>
      <a:accent5>
        <a:srgbClr val="A6B5C7"/>
      </a:accent5>
      <a:accent6>
        <a:srgbClr val="D4DAE0"/>
      </a:accent6>
      <a:hlink>
        <a:srgbClr val="454F5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ORTO] Modelo de Apresentação">
  <a:themeElements>
    <a:clrScheme name="Simple Light">
      <a:dk1>
        <a:srgbClr val="000000"/>
      </a:dk1>
      <a:lt1>
        <a:srgbClr val="EFF4EF"/>
      </a:lt1>
      <a:dk2>
        <a:srgbClr val="00A1FC"/>
      </a:dk2>
      <a:lt2>
        <a:srgbClr val="0046C0"/>
      </a:lt2>
      <a:accent1>
        <a:srgbClr val="2C3DA8"/>
      </a:accent1>
      <a:accent2>
        <a:srgbClr val="002375"/>
      </a:accent2>
      <a:accent3>
        <a:srgbClr val="2CCC6E"/>
      </a:accent3>
      <a:accent4>
        <a:srgbClr val="FF5A40"/>
      </a:accent4>
      <a:accent5>
        <a:srgbClr val="79A3C9"/>
      </a:accent5>
      <a:accent6>
        <a:srgbClr val="809AD9"/>
      </a:accent6>
      <a:hlink>
        <a:srgbClr val="B3E4F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1444</Words>
  <Application>Microsoft Office PowerPoint</Application>
  <PresentationFormat>Widescreen</PresentationFormat>
  <Paragraphs>149</Paragraphs>
  <Slides>12</Slides>
  <Notes>6</Notes>
  <HiddenSlides>0</HiddenSlides>
  <MMClips>0</MMClips>
  <ScaleCrop>false</ScaleCrop>
  <HeadingPairs>
    <vt:vector size="6" baseType="variant">
      <vt:variant>
        <vt:lpstr>Fontes usadas</vt:lpstr>
      </vt:variant>
      <vt:variant>
        <vt:i4>8</vt:i4>
      </vt:variant>
      <vt:variant>
        <vt:lpstr>Tema</vt:lpstr>
      </vt:variant>
      <vt:variant>
        <vt:i4>5</vt:i4>
      </vt:variant>
      <vt:variant>
        <vt:lpstr>Títulos de slides</vt:lpstr>
      </vt:variant>
      <vt:variant>
        <vt:i4>12</vt:i4>
      </vt:variant>
    </vt:vector>
  </HeadingPairs>
  <TitlesOfParts>
    <vt:vector size="25" baseType="lpstr">
      <vt:lpstr>Arial</vt:lpstr>
      <vt:lpstr>Bradley Hand ITC</vt:lpstr>
      <vt:lpstr>Calibri</vt:lpstr>
      <vt:lpstr>Calibri Light</vt:lpstr>
      <vt:lpstr>Cooper Black</vt:lpstr>
      <vt:lpstr>Montserrat</vt:lpstr>
      <vt:lpstr>Roboto</vt:lpstr>
      <vt:lpstr>Wingdings</vt:lpstr>
      <vt:lpstr>Tema do Office</vt:lpstr>
      <vt:lpstr>Office Theme</vt:lpstr>
      <vt:lpstr>Desdemona template</vt:lpstr>
      <vt:lpstr>[PORTO] Modelo de Apresentação</vt:lpstr>
      <vt:lpstr>1_Office Theme</vt:lpstr>
      <vt:lpstr>CHALLENGE 2023</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patricia matsuda</dc:creator>
  <cp:lastModifiedBy>ana claudia</cp:lastModifiedBy>
  <cp:revision>11</cp:revision>
  <dcterms:created xsi:type="dcterms:W3CDTF">2020-08-22T02:43:14Z</dcterms:created>
  <dcterms:modified xsi:type="dcterms:W3CDTF">2023-03-15T10:43:37Z</dcterms:modified>
</cp:coreProperties>
</file>