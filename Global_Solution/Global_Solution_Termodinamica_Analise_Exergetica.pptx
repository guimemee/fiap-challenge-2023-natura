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3"/>
  </p:sldMasterIdLst>
  <p:notesMasterIdLst>
    <p:notesMasterId r:id="rId10"/>
  </p:notesMasterIdLst>
  <p:handoutMasterIdLst>
    <p:handoutMasterId r:id="rId11"/>
  </p:handoutMasterIdLst>
  <p:sldIdLst>
    <p:sldId id="298" r:id="rId4"/>
    <p:sldId id="297" r:id="rId5"/>
    <p:sldId id="283" r:id="rId6"/>
    <p:sldId id="292" r:id="rId7"/>
    <p:sldId id="284" r:id="rId8"/>
    <p:sldId id="296" r:id="rId9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5A53CC-1F31-41AA-8E59-0D8CD76702E2}" v="44" dt="2023-06-03T00:53:46.906"/>
  </p1510:revLst>
</p1510:revInfo>
</file>

<file path=ppt/tableStyles.xml><?xml version="1.0" encoding="utf-8"?>
<a:tblStyleLst xmlns:a="http://schemas.openxmlformats.org/drawingml/2006/main" def="{073A0DAA-6AF3-43AB-8588-CEC1D06C72B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574" autoAdjust="0"/>
  </p:normalViewPr>
  <p:slideViewPr>
    <p:cSldViewPr snapToGrid="0">
      <p:cViewPr varScale="1">
        <p:scale>
          <a:sx n="159" d="100"/>
          <a:sy n="159" d="100"/>
        </p:scale>
        <p:origin x="282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0" d="100"/>
          <a:sy n="90" d="100"/>
        </p:scale>
        <p:origin x="374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herme Macario da Silva" userId="88e4aa0f-b69e-427c-80a9-9d7195ecfa8b" providerId="ADAL" clId="{835A53CC-1F31-41AA-8E59-0D8CD76702E2}"/>
    <pc:docChg chg="undo custSel delSld modSld sldOrd">
      <pc:chgData name="Guilherme Macario da Silva" userId="88e4aa0f-b69e-427c-80a9-9d7195ecfa8b" providerId="ADAL" clId="{835A53CC-1F31-41AA-8E59-0D8CD76702E2}" dt="2023-06-03T00:55:03.475" v="563" actId="20577"/>
      <pc:docMkLst>
        <pc:docMk/>
      </pc:docMkLst>
      <pc:sldChg chg="del">
        <pc:chgData name="Guilherme Macario da Silva" userId="88e4aa0f-b69e-427c-80a9-9d7195ecfa8b" providerId="ADAL" clId="{835A53CC-1F31-41AA-8E59-0D8CD76702E2}" dt="2023-06-03T00:54:43.371" v="554" actId="47"/>
        <pc:sldMkLst>
          <pc:docMk/>
          <pc:sldMk cId="742591817" sldId="281"/>
        </pc:sldMkLst>
      </pc:sldChg>
      <pc:sldChg chg="addSp delSp modSp mod ord modTransition modAnim">
        <pc:chgData name="Guilherme Macario da Silva" userId="88e4aa0f-b69e-427c-80a9-9d7195ecfa8b" providerId="ADAL" clId="{835A53CC-1F31-41AA-8E59-0D8CD76702E2}" dt="2023-06-03T00:54:30.386" v="549" actId="478"/>
        <pc:sldMkLst>
          <pc:docMk/>
          <pc:sldMk cId="1329746698" sldId="283"/>
        </pc:sldMkLst>
        <pc:spChg chg="mod">
          <ac:chgData name="Guilherme Macario da Silva" userId="88e4aa0f-b69e-427c-80a9-9d7195ecfa8b" providerId="ADAL" clId="{835A53CC-1F31-41AA-8E59-0D8CD76702E2}" dt="2023-06-03T00:54:10.445" v="545" actId="20577"/>
          <ac:spMkLst>
            <pc:docMk/>
            <pc:sldMk cId="1329746698" sldId="283"/>
            <ac:spMk id="3" creationId="{611DC577-0A95-47D0-95D9-5F8DA763D46B}"/>
          </ac:spMkLst>
        </pc:spChg>
        <pc:spChg chg="mod">
          <ac:chgData name="Guilherme Macario da Silva" userId="88e4aa0f-b69e-427c-80a9-9d7195ecfa8b" providerId="ADAL" clId="{835A53CC-1F31-41AA-8E59-0D8CD76702E2}" dt="2023-06-03T00:54:24.555" v="548" actId="113"/>
          <ac:spMkLst>
            <pc:docMk/>
            <pc:sldMk cId="1329746698" sldId="283"/>
            <ac:spMk id="4" creationId="{D355C61F-C8F1-4977-8E1F-F16C0D9EA88C}"/>
          </ac:spMkLst>
        </pc:spChg>
        <pc:picChg chg="del">
          <ac:chgData name="Guilherme Macario da Silva" userId="88e4aa0f-b69e-427c-80a9-9d7195ecfa8b" providerId="ADAL" clId="{835A53CC-1F31-41AA-8E59-0D8CD76702E2}" dt="2023-06-03T00:54:30.386" v="549" actId="478"/>
          <ac:picMkLst>
            <pc:docMk/>
            <pc:sldMk cId="1329746698" sldId="283"/>
            <ac:picMk id="12" creationId="{9725D7CC-FCAC-D553-5602-B73A633921CD}"/>
          </ac:picMkLst>
        </pc:picChg>
        <pc:picChg chg="add del mod">
          <ac:chgData name="Guilherme Macario da Silva" userId="88e4aa0f-b69e-427c-80a9-9d7195ecfa8b" providerId="ADAL" clId="{835A53CC-1F31-41AA-8E59-0D8CD76702E2}" dt="2023-06-03T00:46:55.542" v="481"/>
          <ac:picMkLst>
            <pc:docMk/>
            <pc:sldMk cId="1329746698" sldId="283"/>
            <ac:picMk id="96" creationId="{CE39D391-4A1E-E671-3FBB-5A4D4A0AF404}"/>
          </ac:picMkLst>
        </pc:picChg>
        <pc:picChg chg="add del mod ord">
          <ac:chgData name="Guilherme Macario da Silva" userId="88e4aa0f-b69e-427c-80a9-9d7195ecfa8b" providerId="ADAL" clId="{835A53CC-1F31-41AA-8E59-0D8CD76702E2}" dt="2023-06-03T00:47:51.069" v="482"/>
          <ac:picMkLst>
            <pc:docMk/>
            <pc:sldMk cId="1329746698" sldId="283"/>
            <ac:picMk id="99" creationId="{75E8CE12-A28F-0834-3A66-5584B03F4A27}"/>
          </ac:picMkLst>
        </pc:picChg>
        <pc:picChg chg="add del mod">
          <ac:chgData name="Guilherme Macario da Silva" userId="88e4aa0f-b69e-427c-80a9-9d7195ecfa8b" providerId="ADAL" clId="{835A53CC-1F31-41AA-8E59-0D8CD76702E2}" dt="2023-06-03T00:48:13.276" v="484"/>
          <ac:picMkLst>
            <pc:docMk/>
            <pc:sldMk cId="1329746698" sldId="283"/>
            <ac:picMk id="100" creationId="{6E30037A-38EF-3BAB-ABA9-F1924281245B}"/>
          </ac:picMkLst>
        </pc:picChg>
        <pc:picChg chg="add del mod ord">
          <ac:chgData name="Guilherme Macario da Silva" userId="88e4aa0f-b69e-427c-80a9-9d7195ecfa8b" providerId="ADAL" clId="{835A53CC-1F31-41AA-8E59-0D8CD76702E2}" dt="2023-06-03T00:53:46.903" v="485"/>
          <ac:picMkLst>
            <pc:docMk/>
            <pc:sldMk cId="1329746698" sldId="283"/>
            <ac:picMk id="104" creationId="{51AB046F-6C35-F275-4706-A889D280833B}"/>
          </ac:picMkLst>
        </pc:picChg>
        <pc:picChg chg="add mod">
          <ac:chgData name="Guilherme Macario da Silva" userId="88e4aa0f-b69e-427c-80a9-9d7195ecfa8b" providerId="ADAL" clId="{835A53CC-1F31-41AA-8E59-0D8CD76702E2}" dt="2023-06-03T00:53:46.903" v="485"/>
          <ac:picMkLst>
            <pc:docMk/>
            <pc:sldMk cId="1329746698" sldId="283"/>
            <ac:picMk id="105" creationId="{BB4DDE58-FE0B-148E-D934-567252A97410}"/>
          </ac:picMkLst>
        </pc:picChg>
      </pc:sldChg>
      <pc:sldChg chg="addSp delSp modSp mod ord modTransition modAnim">
        <pc:chgData name="Guilherme Macario da Silva" userId="88e4aa0f-b69e-427c-80a9-9d7195ecfa8b" providerId="ADAL" clId="{835A53CC-1F31-41AA-8E59-0D8CD76702E2}" dt="2023-06-03T00:31:02.735" v="469"/>
        <pc:sldMkLst>
          <pc:docMk/>
          <pc:sldMk cId="3188837873" sldId="284"/>
        </pc:sldMkLst>
        <pc:spChg chg="mod">
          <ac:chgData name="Guilherme Macario da Silva" userId="88e4aa0f-b69e-427c-80a9-9d7195ecfa8b" providerId="ADAL" clId="{835A53CC-1F31-41AA-8E59-0D8CD76702E2}" dt="2023-06-03T00:17:20.021" v="455" actId="20577"/>
          <ac:spMkLst>
            <pc:docMk/>
            <pc:sldMk cId="3188837873" sldId="284"/>
            <ac:spMk id="2" creationId="{19304E83-A4F0-49C5-BB01-F5773509A2B3}"/>
          </ac:spMkLst>
        </pc:spChg>
        <pc:spChg chg="del mod">
          <ac:chgData name="Guilherme Macario da Silva" userId="88e4aa0f-b69e-427c-80a9-9d7195ecfa8b" providerId="ADAL" clId="{835A53CC-1F31-41AA-8E59-0D8CD76702E2}" dt="2023-06-03T00:18:09.213" v="459" actId="478"/>
          <ac:spMkLst>
            <pc:docMk/>
            <pc:sldMk cId="3188837873" sldId="284"/>
            <ac:spMk id="3" creationId="{7CA42D59-EAD6-4F95-84F1-32A30F057856}"/>
          </ac:spMkLst>
        </pc:spChg>
        <pc:spChg chg="mod">
          <ac:chgData name="Guilherme Macario da Silva" userId="88e4aa0f-b69e-427c-80a9-9d7195ecfa8b" providerId="ADAL" clId="{835A53CC-1F31-41AA-8E59-0D8CD76702E2}" dt="2023-06-03T00:11:15.024" v="391" actId="20577"/>
          <ac:spMkLst>
            <pc:docMk/>
            <pc:sldMk cId="3188837873" sldId="284"/>
            <ac:spMk id="4" creationId="{6AB259A0-0017-492F-A0DC-4B70C7052AE0}"/>
          </ac:spMkLst>
        </pc:spChg>
        <pc:spChg chg="mod">
          <ac:chgData name="Guilherme Macario da Silva" userId="88e4aa0f-b69e-427c-80a9-9d7195ecfa8b" providerId="ADAL" clId="{835A53CC-1F31-41AA-8E59-0D8CD76702E2}" dt="2023-06-03T00:16:59.486" v="403" actId="14100"/>
          <ac:spMkLst>
            <pc:docMk/>
            <pc:sldMk cId="3188837873" sldId="284"/>
            <ac:spMk id="5" creationId="{CEEB3BAE-C0B2-447C-B8BE-96C6BD84D658}"/>
          </ac:spMkLst>
        </pc:spChg>
        <pc:spChg chg="mod">
          <ac:chgData name="Guilherme Macario da Silva" userId="88e4aa0f-b69e-427c-80a9-9d7195ecfa8b" providerId="ADAL" clId="{835A53CC-1F31-41AA-8E59-0D8CD76702E2}" dt="2023-06-03T00:07:32.136" v="346" actId="20577"/>
          <ac:spMkLst>
            <pc:docMk/>
            <pc:sldMk cId="3188837873" sldId="284"/>
            <ac:spMk id="6" creationId="{B237D1CA-B91A-410E-A968-D017BBE99F99}"/>
          </ac:spMkLst>
        </pc:spChg>
        <pc:spChg chg="del mod">
          <ac:chgData name="Guilherme Macario da Silva" userId="88e4aa0f-b69e-427c-80a9-9d7195ecfa8b" providerId="ADAL" clId="{835A53CC-1F31-41AA-8E59-0D8CD76702E2}" dt="2023-06-03T00:07:58.273" v="369" actId="478"/>
          <ac:spMkLst>
            <pc:docMk/>
            <pc:sldMk cId="3188837873" sldId="284"/>
            <ac:spMk id="7" creationId="{26A87885-D672-4CF9-A78D-CFE98385B03A}"/>
          </ac:spMkLst>
        </pc:spChg>
        <pc:spChg chg="mod">
          <ac:chgData name="Guilherme Macario da Silva" userId="88e4aa0f-b69e-427c-80a9-9d7195ecfa8b" providerId="ADAL" clId="{835A53CC-1F31-41AA-8E59-0D8CD76702E2}" dt="2023-06-03T00:17:37.459" v="456" actId="14100"/>
          <ac:spMkLst>
            <pc:docMk/>
            <pc:sldMk cId="3188837873" sldId="284"/>
            <ac:spMk id="8" creationId="{E6AC9832-FB01-464A-9824-61887B77997E}"/>
          </ac:spMkLst>
        </pc:spChg>
        <pc:picChg chg="add del mod">
          <ac:chgData name="Guilherme Macario da Silva" userId="88e4aa0f-b69e-427c-80a9-9d7195ecfa8b" providerId="ADAL" clId="{835A53CC-1F31-41AA-8E59-0D8CD76702E2}" dt="2023-06-03T00:06:47.441" v="314" actId="22"/>
          <ac:picMkLst>
            <pc:docMk/>
            <pc:sldMk cId="3188837873" sldId="284"/>
            <ac:picMk id="14" creationId="{81EA71D7-FE84-5154-B85D-201CB7F8273F}"/>
          </ac:picMkLst>
        </pc:picChg>
        <pc:picChg chg="add mod">
          <ac:chgData name="Guilherme Macario da Silva" userId="88e4aa0f-b69e-427c-80a9-9d7195ecfa8b" providerId="ADAL" clId="{835A53CC-1F31-41AA-8E59-0D8CD76702E2}" dt="2023-06-03T00:08:02.115" v="370" actId="1076"/>
          <ac:picMkLst>
            <pc:docMk/>
            <pc:sldMk cId="3188837873" sldId="284"/>
            <ac:picMk id="16" creationId="{EE7E94F7-BE67-CFE2-36FC-AE4D76908848}"/>
          </ac:picMkLst>
        </pc:picChg>
        <pc:picChg chg="add del mod">
          <ac:chgData name="Guilherme Macario da Silva" userId="88e4aa0f-b69e-427c-80a9-9d7195ecfa8b" providerId="ADAL" clId="{835A53CC-1F31-41AA-8E59-0D8CD76702E2}" dt="2023-06-03T00:20:52.288" v="462"/>
          <ac:picMkLst>
            <pc:docMk/>
            <pc:sldMk cId="3188837873" sldId="284"/>
            <ac:picMk id="19" creationId="{D2114513-A401-4160-7C3A-B98F652ABC58}"/>
          </ac:picMkLst>
        </pc:picChg>
        <pc:picChg chg="add del mod ord">
          <ac:chgData name="Guilherme Macario da Silva" userId="88e4aa0f-b69e-427c-80a9-9d7195ecfa8b" providerId="ADAL" clId="{835A53CC-1F31-41AA-8E59-0D8CD76702E2}" dt="2023-06-03T00:22:03.013" v="463"/>
          <ac:picMkLst>
            <pc:docMk/>
            <pc:sldMk cId="3188837873" sldId="284"/>
            <ac:picMk id="22" creationId="{E82EDBC0-CE48-FF68-DBA5-C9D078B737CE}"/>
          </ac:picMkLst>
        </pc:picChg>
        <pc:picChg chg="add del mod">
          <ac:chgData name="Guilherme Macario da Silva" userId="88e4aa0f-b69e-427c-80a9-9d7195ecfa8b" providerId="ADAL" clId="{835A53CC-1F31-41AA-8E59-0D8CD76702E2}" dt="2023-06-03T00:22:11.184" v="465"/>
          <ac:picMkLst>
            <pc:docMk/>
            <pc:sldMk cId="3188837873" sldId="284"/>
            <ac:picMk id="23" creationId="{A8684B44-146D-11A0-4EA4-B6E127FD88B4}"/>
          </ac:picMkLst>
        </pc:picChg>
        <pc:picChg chg="add del mod ord">
          <ac:chgData name="Guilherme Macario da Silva" userId="88e4aa0f-b69e-427c-80a9-9d7195ecfa8b" providerId="ADAL" clId="{835A53CC-1F31-41AA-8E59-0D8CD76702E2}" dt="2023-06-03T00:22:19.852" v="466"/>
          <ac:picMkLst>
            <pc:docMk/>
            <pc:sldMk cId="3188837873" sldId="284"/>
            <ac:picMk id="26" creationId="{07EE045C-CF20-C67A-44E7-661BEFF9F7A4}"/>
          </ac:picMkLst>
        </pc:picChg>
        <pc:picChg chg="add del mod">
          <ac:chgData name="Guilherme Macario da Silva" userId="88e4aa0f-b69e-427c-80a9-9d7195ecfa8b" providerId="ADAL" clId="{835A53CC-1F31-41AA-8E59-0D8CD76702E2}" dt="2023-06-03T00:22:36.039" v="468"/>
          <ac:picMkLst>
            <pc:docMk/>
            <pc:sldMk cId="3188837873" sldId="284"/>
            <ac:picMk id="27" creationId="{00828145-6706-970D-CFD5-132ECEF69E77}"/>
          </ac:picMkLst>
        </pc:picChg>
        <pc:picChg chg="add del mod ord">
          <ac:chgData name="Guilherme Macario da Silva" userId="88e4aa0f-b69e-427c-80a9-9d7195ecfa8b" providerId="ADAL" clId="{835A53CC-1F31-41AA-8E59-0D8CD76702E2}" dt="2023-06-03T00:31:02.735" v="469"/>
          <ac:picMkLst>
            <pc:docMk/>
            <pc:sldMk cId="3188837873" sldId="284"/>
            <ac:picMk id="30" creationId="{8378D504-04D0-F8A3-77CC-2B6E18B4F993}"/>
          </ac:picMkLst>
        </pc:picChg>
        <pc:picChg chg="add mod">
          <ac:chgData name="Guilherme Macario da Silva" userId="88e4aa0f-b69e-427c-80a9-9d7195ecfa8b" providerId="ADAL" clId="{835A53CC-1F31-41AA-8E59-0D8CD76702E2}" dt="2023-06-03T00:31:02.735" v="469"/>
          <ac:picMkLst>
            <pc:docMk/>
            <pc:sldMk cId="3188837873" sldId="284"/>
            <ac:picMk id="31" creationId="{7E299E06-27E4-CD80-B33C-CAD9063E2CDA}"/>
          </ac:picMkLst>
        </pc:picChg>
      </pc:sldChg>
      <pc:sldChg chg="del">
        <pc:chgData name="Guilherme Macario da Silva" userId="88e4aa0f-b69e-427c-80a9-9d7195ecfa8b" providerId="ADAL" clId="{835A53CC-1F31-41AA-8E59-0D8CD76702E2}" dt="2023-06-03T00:54:40.683" v="553" actId="47"/>
        <pc:sldMkLst>
          <pc:docMk/>
          <pc:sldMk cId="665219316" sldId="285"/>
        </pc:sldMkLst>
      </pc:sldChg>
      <pc:sldChg chg="addSp delSp modSp mod modTransition addAnim delAnim modAnim">
        <pc:chgData name="Guilherme Macario da Silva" userId="88e4aa0f-b69e-427c-80a9-9d7195ecfa8b" providerId="ADAL" clId="{835A53CC-1F31-41AA-8E59-0D8CD76702E2}" dt="2023-06-03T00:45:04.534" v="476" actId="1076"/>
        <pc:sldMkLst>
          <pc:docMk/>
          <pc:sldMk cId="4091674644" sldId="292"/>
        </pc:sldMkLst>
        <pc:spChg chg="mod">
          <ac:chgData name="Guilherme Macario da Silva" userId="88e4aa0f-b69e-427c-80a9-9d7195ecfa8b" providerId="ADAL" clId="{835A53CC-1F31-41AA-8E59-0D8CD76702E2}" dt="2023-06-03T00:45:04.534" v="476" actId="1076"/>
          <ac:spMkLst>
            <pc:docMk/>
            <pc:sldMk cId="4091674644" sldId="292"/>
            <ac:spMk id="3" creationId="{200B3D2B-613A-41BE-987D-E6A1324B456D}"/>
          </ac:spMkLst>
        </pc:spChg>
        <pc:spChg chg="mod">
          <ac:chgData name="Guilherme Macario da Silva" userId="88e4aa0f-b69e-427c-80a9-9d7195ecfa8b" providerId="ADAL" clId="{835A53CC-1F31-41AA-8E59-0D8CD76702E2}" dt="2023-06-02T23:38:55.985" v="201" actId="14100"/>
          <ac:spMkLst>
            <pc:docMk/>
            <pc:sldMk cId="4091674644" sldId="292"/>
            <ac:spMk id="5" creationId="{BDD5A594-D852-43BB-B591-E9D9027253BD}"/>
          </ac:spMkLst>
        </pc:spChg>
        <pc:spChg chg="del mod">
          <ac:chgData name="Guilherme Macario da Silva" userId="88e4aa0f-b69e-427c-80a9-9d7195ecfa8b" providerId="ADAL" clId="{835A53CC-1F31-41AA-8E59-0D8CD76702E2}" dt="2023-06-03T00:44:59.898" v="475" actId="478"/>
          <ac:spMkLst>
            <pc:docMk/>
            <pc:sldMk cId="4091674644" sldId="292"/>
            <ac:spMk id="14" creationId="{F278402B-CA7D-4F5B-B3FA-ED74AB3CFB6C}"/>
          </ac:spMkLst>
        </pc:spChg>
        <pc:picChg chg="add del mod">
          <ac:chgData name="Guilherme Macario da Silva" userId="88e4aa0f-b69e-427c-80a9-9d7195ecfa8b" providerId="ADAL" clId="{835A53CC-1F31-41AA-8E59-0D8CD76702E2}" dt="2023-06-02T23:24:28.523" v="71"/>
          <ac:picMkLst>
            <pc:docMk/>
            <pc:sldMk cId="4091674644" sldId="292"/>
            <ac:picMk id="9" creationId="{D7628556-2AD7-6293-3636-F4155D2A46F0}"/>
          </ac:picMkLst>
        </pc:picChg>
        <pc:picChg chg="mod">
          <ac:chgData name="Guilherme Macario da Silva" userId="88e4aa0f-b69e-427c-80a9-9d7195ecfa8b" providerId="ADAL" clId="{835A53CC-1F31-41AA-8E59-0D8CD76702E2}" dt="2023-06-02T23:59:30.995" v="282" actId="14826"/>
          <ac:picMkLst>
            <pc:docMk/>
            <pc:sldMk cId="4091674644" sldId="292"/>
            <ac:picMk id="11" creationId="{2E7ADBC3-DECA-9F4C-9289-9E43C727592F}"/>
          </ac:picMkLst>
        </pc:picChg>
        <pc:picChg chg="add del mod ord">
          <ac:chgData name="Guilherme Macario da Silva" userId="88e4aa0f-b69e-427c-80a9-9d7195ecfa8b" providerId="ADAL" clId="{835A53CC-1F31-41AA-8E59-0D8CD76702E2}" dt="2023-06-02T23:24:40.043" v="72"/>
          <ac:picMkLst>
            <pc:docMk/>
            <pc:sldMk cId="4091674644" sldId="292"/>
            <ac:picMk id="13" creationId="{260E5F1C-B5A8-D6F7-B9B0-4D0272BCD853}"/>
          </ac:picMkLst>
        </pc:picChg>
        <pc:picChg chg="add del mod">
          <ac:chgData name="Guilherme Macario da Silva" userId="88e4aa0f-b69e-427c-80a9-9d7195ecfa8b" providerId="ADAL" clId="{835A53CC-1F31-41AA-8E59-0D8CD76702E2}" dt="2023-06-02T23:24:41.862" v="74"/>
          <ac:picMkLst>
            <pc:docMk/>
            <pc:sldMk cId="4091674644" sldId="292"/>
            <ac:picMk id="15" creationId="{350AEA07-26AB-1B62-2278-75228263862D}"/>
          </ac:picMkLst>
        </pc:picChg>
        <pc:picChg chg="add del mod ord">
          <ac:chgData name="Guilherme Macario da Silva" userId="88e4aa0f-b69e-427c-80a9-9d7195ecfa8b" providerId="ADAL" clId="{835A53CC-1F31-41AA-8E59-0D8CD76702E2}" dt="2023-06-02T23:25:02.780" v="75"/>
          <ac:picMkLst>
            <pc:docMk/>
            <pc:sldMk cId="4091674644" sldId="292"/>
            <ac:picMk id="18" creationId="{9C3B0735-DC35-78C7-23EB-F42E331C2E31}"/>
          </ac:picMkLst>
        </pc:picChg>
        <pc:picChg chg="add del mod">
          <ac:chgData name="Guilherme Macario da Silva" userId="88e4aa0f-b69e-427c-80a9-9d7195ecfa8b" providerId="ADAL" clId="{835A53CC-1F31-41AA-8E59-0D8CD76702E2}" dt="2023-06-02T23:25:08.514" v="77"/>
          <ac:picMkLst>
            <pc:docMk/>
            <pc:sldMk cId="4091674644" sldId="292"/>
            <ac:picMk id="19" creationId="{735ECC22-220B-0419-437F-F353CBB20701}"/>
          </ac:picMkLst>
        </pc:picChg>
        <pc:picChg chg="add del mod ord">
          <ac:chgData name="Guilherme Macario da Silva" userId="88e4aa0f-b69e-427c-80a9-9d7195ecfa8b" providerId="ADAL" clId="{835A53CC-1F31-41AA-8E59-0D8CD76702E2}" dt="2023-06-02T23:25:12.802" v="78"/>
          <ac:picMkLst>
            <pc:docMk/>
            <pc:sldMk cId="4091674644" sldId="292"/>
            <ac:picMk id="22" creationId="{9C8134B4-0F83-7C6B-80F0-1B6112CF1371}"/>
          </ac:picMkLst>
        </pc:picChg>
        <pc:picChg chg="add del mod">
          <ac:chgData name="Guilherme Macario da Silva" userId="88e4aa0f-b69e-427c-80a9-9d7195ecfa8b" providerId="ADAL" clId="{835A53CC-1F31-41AA-8E59-0D8CD76702E2}" dt="2023-06-02T23:25:14.952" v="80"/>
          <ac:picMkLst>
            <pc:docMk/>
            <pc:sldMk cId="4091674644" sldId="292"/>
            <ac:picMk id="23" creationId="{D22F1AB7-4C3B-6AB4-0580-D1C2595341C5}"/>
          </ac:picMkLst>
        </pc:picChg>
        <pc:picChg chg="add del mod ord">
          <ac:chgData name="Guilherme Macario da Silva" userId="88e4aa0f-b69e-427c-80a9-9d7195ecfa8b" providerId="ADAL" clId="{835A53CC-1F31-41AA-8E59-0D8CD76702E2}" dt="2023-06-02T23:25:19.583" v="81"/>
          <ac:picMkLst>
            <pc:docMk/>
            <pc:sldMk cId="4091674644" sldId="292"/>
            <ac:picMk id="26" creationId="{0CDFCF19-511A-F74B-EA0E-E5A530B3AAFD}"/>
          </ac:picMkLst>
        </pc:picChg>
        <pc:picChg chg="add del mod">
          <ac:chgData name="Guilherme Macario da Silva" userId="88e4aa0f-b69e-427c-80a9-9d7195ecfa8b" providerId="ADAL" clId="{835A53CC-1F31-41AA-8E59-0D8CD76702E2}" dt="2023-06-02T23:26:25.177" v="83"/>
          <ac:picMkLst>
            <pc:docMk/>
            <pc:sldMk cId="4091674644" sldId="292"/>
            <ac:picMk id="27" creationId="{BED8637E-FB05-523E-8578-23A0F06A9B2B}"/>
          </ac:picMkLst>
        </pc:picChg>
        <pc:picChg chg="add del mod ord">
          <ac:chgData name="Guilherme Macario da Silva" userId="88e4aa0f-b69e-427c-80a9-9d7195ecfa8b" providerId="ADAL" clId="{835A53CC-1F31-41AA-8E59-0D8CD76702E2}" dt="2023-06-02T23:26:39.739" v="84"/>
          <ac:picMkLst>
            <pc:docMk/>
            <pc:sldMk cId="4091674644" sldId="292"/>
            <ac:picMk id="36" creationId="{8EA38446-5E96-F85C-6664-380E15E15C7A}"/>
          </ac:picMkLst>
        </pc:picChg>
        <pc:picChg chg="add del mod">
          <ac:chgData name="Guilherme Macario da Silva" userId="88e4aa0f-b69e-427c-80a9-9d7195ecfa8b" providerId="ADAL" clId="{835A53CC-1F31-41AA-8E59-0D8CD76702E2}" dt="2023-06-02T23:28:59.723" v="86"/>
          <ac:picMkLst>
            <pc:docMk/>
            <pc:sldMk cId="4091674644" sldId="292"/>
            <ac:picMk id="37" creationId="{E939BA68-4971-E71A-AFAE-20C7EE4B2E64}"/>
          </ac:picMkLst>
        </pc:picChg>
        <pc:picChg chg="add del mod ord">
          <ac:chgData name="Guilherme Macario da Silva" userId="88e4aa0f-b69e-427c-80a9-9d7195ecfa8b" providerId="ADAL" clId="{835A53CC-1F31-41AA-8E59-0D8CD76702E2}" dt="2023-06-02T23:29:25.050" v="87"/>
          <ac:picMkLst>
            <pc:docMk/>
            <pc:sldMk cId="4091674644" sldId="292"/>
            <ac:picMk id="40" creationId="{E446E30C-C16C-FFFC-BA4C-BAEA537E1089}"/>
          </ac:picMkLst>
        </pc:picChg>
        <pc:picChg chg="add del mod">
          <ac:chgData name="Guilherme Macario da Silva" userId="88e4aa0f-b69e-427c-80a9-9d7195ecfa8b" providerId="ADAL" clId="{835A53CC-1F31-41AA-8E59-0D8CD76702E2}" dt="2023-06-02T23:29:30.072" v="89"/>
          <ac:picMkLst>
            <pc:docMk/>
            <pc:sldMk cId="4091674644" sldId="292"/>
            <ac:picMk id="41" creationId="{12197DBE-B519-E939-7ED5-E276419589BB}"/>
          </ac:picMkLst>
        </pc:picChg>
        <pc:picChg chg="add del mod ord">
          <ac:chgData name="Guilherme Macario da Silva" userId="88e4aa0f-b69e-427c-80a9-9d7195ecfa8b" providerId="ADAL" clId="{835A53CC-1F31-41AA-8E59-0D8CD76702E2}" dt="2023-06-02T23:29:33.733" v="90"/>
          <ac:picMkLst>
            <pc:docMk/>
            <pc:sldMk cId="4091674644" sldId="292"/>
            <ac:picMk id="44" creationId="{3AE0FEF3-DF98-BF95-5F58-AA4FD9DEF811}"/>
          </ac:picMkLst>
        </pc:picChg>
        <pc:picChg chg="add del mod">
          <ac:chgData name="Guilherme Macario da Silva" userId="88e4aa0f-b69e-427c-80a9-9d7195ecfa8b" providerId="ADAL" clId="{835A53CC-1F31-41AA-8E59-0D8CD76702E2}" dt="2023-06-02T23:29:35.673" v="92"/>
          <ac:picMkLst>
            <pc:docMk/>
            <pc:sldMk cId="4091674644" sldId="292"/>
            <ac:picMk id="45" creationId="{0417A989-5BBE-8A41-7CCB-98D99E2F97EE}"/>
          </ac:picMkLst>
        </pc:picChg>
        <pc:picChg chg="add del mod ord">
          <ac:chgData name="Guilherme Macario da Silva" userId="88e4aa0f-b69e-427c-80a9-9d7195ecfa8b" providerId="ADAL" clId="{835A53CC-1F31-41AA-8E59-0D8CD76702E2}" dt="2023-06-02T23:29:59.031" v="93"/>
          <ac:picMkLst>
            <pc:docMk/>
            <pc:sldMk cId="4091674644" sldId="292"/>
            <ac:picMk id="48" creationId="{92CA86D7-057E-65B0-BE1A-D7CAAE03E7A6}"/>
          </ac:picMkLst>
        </pc:picChg>
        <pc:picChg chg="add del mod">
          <ac:chgData name="Guilherme Macario da Silva" userId="88e4aa0f-b69e-427c-80a9-9d7195ecfa8b" providerId="ADAL" clId="{835A53CC-1F31-41AA-8E59-0D8CD76702E2}" dt="2023-06-02T23:30:01.661" v="95"/>
          <ac:picMkLst>
            <pc:docMk/>
            <pc:sldMk cId="4091674644" sldId="292"/>
            <ac:picMk id="49" creationId="{087264A5-839D-FBDC-0FE1-FD7407759A4E}"/>
          </ac:picMkLst>
        </pc:picChg>
        <pc:picChg chg="add del mod ord">
          <ac:chgData name="Guilherme Macario da Silva" userId="88e4aa0f-b69e-427c-80a9-9d7195ecfa8b" providerId="ADAL" clId="{835A53CC-1F31-41AA-8E59-0D8CD76702E2}" dt="2023-06-02T23:30:05.590" v="96"/>
          <ac:picMkLst>
            <pc:docMk/>
            <pc:sldMk cId="4091674644" sldId="292"/>
            <ac:picMk id="52" creationId="{9AE0AFEC-C977-BAFB-8A67-56C6C2A1AF56}"/>
          </ac:picMkLst>
        </pc:picChg>
        <pc:picChg chg="add del mod">
          <ac:chgData name="Guilherme Macario da Silva" userId="88e4aa0f-b69e-427c-80a9-9d7195ecfa8b" providerId="ADAL" clId="{835A53CC-1F31-41AA-8E59-0D8CD76702E2}" dt="2023-06-02T23:31:03.889" v="98"/>
          <ac:picMkLst>
            <pc:docMk/>
            <pc:sldMk cId="4091674644" sldId="292"/>
            <ac:picMk id="53" creationId="{7ACB821D-90D9-A1AE-B0DF-47A4AFA4FD24}"/>
          </ac:picMkLst>
        </pc:picChg>
        <pc:picChg chg="add del mod ord">
          <ac:chgData name="Guilherme Macario da Silva" userId="88e4aa0f-b69e-427c-80a9-9d7195ecfa8b" providerId="ADAL" clId="{835A53CC-1F31-41AA-8E59-0D8CD76702E2}" dt="2023-06-02T23:31:37.001" v="99"/>
          <ac:picMkLst>
            <pc:docMk/>
            <pc:sldMk cId="4091674644" sldId="292"/>
            <ac:picMk id="56" creationId="{5E2BEF55-1F46-E856-E229-CE7C5C5AD125}"/>
          </ac:picMkLst>
        </pc:picChg>
        <pc:picChg chg="add del mod">
          <ac:chgData name="Guilherme Macario da Silva" userId="88e4aa0f-b69e-427c-80a9-9d7195ecfa8b" providerId="ADAL" clId="{835A53CC-1F31-41AA-8E59-0D8CD76702E2}" dt="2023-06-02T23:34:42.836" v="101"/>
          <ac:picMkLst>
            <pc:docMk/>
            <pc:sldMk cId="4091674644" sldId="292"/>
            <ac:picMk id="57" creationId="{88447990-5103-30EA-663F-B2239ADAFF70}"/>
          </ac:picMkLst>
        </pc:picChg>
        <pc:picChg chg="add del mod ord">
          <ac:chgData name="Guilherme Macario da Silva" userId="88e4aa0f-b69e-427c-80a9-9d7195ecfa8b" providerId="ADAL" clId="{835A53CC-1F31-41AA-8E59-0D8CD76702E2}" dt="2023-06-02T23:34:52.135" v="102"/>
          <ac:picMkLst>
            <pc:docMk/>
            <pc:sldMk cId="4091674644" sldId="292"/>
            <ac:picMk id="60" creationId="{7365AF79-41F0-EF00-4E8D-53A5D707327C}"/>
          </ac:picMkLst>
        </pc:picChg>
        <pc:picChg chg="add del mod">
          <ac:chgData name="Guilherme Macario da Silva" userId="88e4aa0f-b69e-427c-80a9-9d7195ecfa8b" providerId="ADAL" clId="{835A53CC-1F31-41AA-8E59-0D8CD76702E2}" dt="2023-06-02T23:34:54.090" v="104"/>
          <ac:picMkLst>
            <pc:docMk/>
            <pc:sldMk cId="4091674644" sldId="292"/>
            <ac:picMk id="61" creationId="{B4708466-5531-7F06-C032-3663740F7FBA}"/>
          </ac:picMkLst>
        </pc:picChg>
        <pc:picChg chg="add del mod ord">
          <ac:chgData name="Guilherme Macario da Silva" userId="88e4aa0f-b69e-427c-80a9-9d7195ecfa8b" providerId="ADAL" clId="{835A53CC-1F31-41AA-8E59-0D8CD76702E2}" dt="2023-06-02T23:36:32.702" v="105"/>
          <ac:picMkLst>
            <pc:docMk/>
            <pc:sldMk cId="4091674644" sldId="292"/>
            <ac:picMk id="64" creationId="{CA73CAE0-8C55-A57F-E50C-C242A254BC2F}"/>
          </ac:picMkLst>
        </pc:picChg>
        <pc:picChg chg="add del mod">
          <ac:chgData name="Guilherme Macario da Silva" userId="88e4aa0f-b69e-427c-80a9-9d7195ecfa8b" providerId="ADAL" clId="{835A53CC-1F31-41AA-8E59-0D8CD76702E2}" dt="2023-06-02T23:56:42.545" v="256" actId="478"/>
          <ac:picMkLst>
            <pc:docMk/>
            <pc:sldMk cId="4091674644" sldId="292"/>
            <ac:picMk id="65" creationId="{E7DB5BEE-A2DC-666F-2AEB-13D5933CDBAC}"/>
          </ac:picMkLst>
        </pc:picChg>
      </pc:sldChg>
      <pc:sldChg chg="del">
        <pc:chgData name="Guilherme Macario da Silva" userId="88e4aa0f-b69e-427c-80a9-9d7195ecfa8b" providerId="ADAL" clId="{835A53CC-1F31-41AA-8E59-0D8CD76702E2}" dt="2023-06-03T00:54:35.546" v="550" actId="47"/>
        <pc:sldMkLst>
          <pc:docMk/>
          <pc:sldMk cId="2117695413" sldId="293"/>
        </pc:sldMkLst>
      </pc:sldChg>
      <pc:sldChg chg="del">
        <pc:chgData name="Guilherme Macario da Silva" userId="88e4aa0f-b69e-427c-80a9-9d7195ecfa8b" providerId="ADAL" clId="{835A53CC-1F31-41AA-8E59-0D8CD76702E2}" dt="2023-06-03T00:54:37.210" v="551" actId="47"/>
        <pc:sldMkLst>
          <pc:docMk/>
          <pc:sldMk cId="25800700" sldId="294"/>
        </pc:sldMkLst>
      </pc:sldChg>
      <pc:sldChg chg="del">
        <pc:chgData name="Guilherme Macario da Silva" userId="88e4aa0f-b69e-427c-80a9-9d7195ecfa8b" providerId="ADAL" clId="{835A53CC-1F31-41AA-8E59-0D8CD76702E2}" dt="2023-06-03T00:54:38.656" v="552" actId="47"/>
        <pc:sldMkLst>
          <pc:docMk/>
          <pc:sldMk cId="2575421478" sldId="295"/>
        </pc:sldMkLst>
      </pc:sldChg>
      <pc:sldChg chg="addSp delSp modSp mod">
        <pc:chgData name="Guilherme Macario da Silva" userId="88e4aa0f-b69e-427c-80a9-9d7195ecfa8b" providerId="ADAL" clId="{835A53CC-1F31-41AA-8E59-0D8CD76702E2}" dt="2023-06-03T00:55:03.475" v="563" actId="20577"/>
        <pc:sldMkLst>
          <pc:docMk/>
          <pc:sldMk cId="4153678306" sldId="296"/>
        </pc:sldMkLst>
        <pc:spChg chg="add mod">
          <ac:chgData name="Guilherme Macario da Silva" userId="88e4aa0f-b69e-427c-80a9-9d7195ecfa8b" providerId="ADAL" clId="{835A53CC-1F31-41AA-8E59-0D8CD76702E2}" dt="2023-06-03T00:54:46.836" v="555" actId="478"/>
          <ac:spMkLst>
            <pc:docMk/>
            <pc:sldMk cId="4153678306" sldId="296"/>
            <ac:spMk id="3" creationId="{5B48735A-BFA0-EA05-FB43-1BEFA5242D05}"/>
          </ac:spMkLst>
        </pc:spChg>
        <pc:spChg chg="del">
          <ac:chgData name="Guilherme Macario da Silva" userId="88e4aa0f-b69e-427c-80a9-9d7195ecfa8b" providerId="ADAL" clId="{835A53CC-1F31-41AA-8E59-0D8CD76702E2}" dt="2023-06-03T00:54:46.836" v="555" actId="478"/>
          <ac:spMkLst>
            <pc:docMk/>
            <pc:sldMk cId="4153678306" sldId="296"/>
            <ac:spMk id="4" creationId="{60828E04-9C2A-4859-8050-C2DF67A249CB}"/>
          </ac:spMkLst>
        </pc:spChg>
        <pc:spChg chg="mod">
          <ac:chgData name="Guilherme Macario da Silva" userId="88e4aa0f-b69e-427c-80a9-9d7195ecfa8b" providerId="ADAL" clId="{835A53CC-1F31-41AA-8E59-0D8CD76702E2}" dt="2023-06-03T00:54:52.516" v="558" actId="20577"/>
          <ac:spMkLst>
            <pc:docMk/>
            <pc:sldMk cId="4153678306" sldId="296"/>
            <ac:spMk id="5" creationId="{11265965-2271-4C1C-BD0A-6F85F80FF9A6}"/>
          </ac:spMkLst>
        </pc:spChg>
        <pc:spChg chg="mod">
          <ac:chgData name="Guilherme Macario da Silva" userId="88e4aa0f-b69e-427c-80a9-9d7195ecfa8b" providerId="ADAL" clId="{835A53CC-1F31-41AA-8E59-0D8CD76702E2}" dt="2023-06-03T00:55:03.475" v="563" actId="20577"/>
          <ac:spMkLst>
            <pc:docMk/>
            <pc:sldMk cId="4153678306" sldId="296"/>
            <ac:spMk id="6" creationId="{50A3BCC3-A277-4C0B-9EBA-EB53990D8EBD}"/>
          </ac:spMkLst>
        </pc:spChg>
        <pc:spChg chg="mod">
          <ac:chgData name="Guilherme Macario da Silva" userId="88e4aa0f-b69e-427c-80a9-9d7195ecfa8b" providerId="ADAL" clId="{835A53CC-1F31-41AA-8E59-0D8CD76702E2}" dt="2023-06-03T00:54:59.552" v="561" actId="14100"/>
          <ac:spMkLst>
            <pc:docMk/>
            <pc:sldMk cId="4153678306" sldId="296"/>
            <ac:spMk id="12" creationId="{91814EC9-246A-4C6E-941E-5774FE72F08E}"/>
          </ac:spMkLst>
        </pc:spChg>
        <pc:spChg chg="mod">
          <ac:chgData name="Guilherme Macario da Silva" userId="88e4aa0f-b69e-427c-80a9-9d7195ecfa8b" providerId="ADAL" clId="{835A53CC-1F31-41AA-8E59-0D8CD76702E2}" dt="2023-06-03T00:55:02.130" v="562" actId="20577"/>
          <ac:spMkLst>
            <pc:docMk/>
            <pc:sldMk cId="4153678306" sldId="296"/>
            <ac:spMk id="16" creationId="{FD8A1232-50A8-4535-AAF9-7F4180EAA0DD}"/>
          </ac:spMkLst>
        </pc:spChg>
        <pc:picChg chg="del">
          <ac:chgData name="Guilherme Macario da Silva" userId="88e4aa0f-b69e-427c-80a9-9d7195ecfa8b" providerId="ADAL" clId="{835A53CC-1F31-41AA-8E59-0D8CD76702E2}" dt="2023-06-03T00:54:47.740" v="556" actId="478"/>
          <ac:picMkLst>
            <pc:docMk/>
            <pc:sldMk cId="4153678306" sldId="296"/>
            <ac:picMk id="8" creationId="{111541C4-DB03-4E53-994D-499C7D73C4DF}"/>
          </ac:picMkLst>
        </pc:picChg>
        <pc:picChg chg="del">
          <ac:chgData name="Guilherme Macario da Silva" userId="88e4aa0f-b69e-427c-80a9-9d7195ecfa8b" providerId="ADAL" clId="{835A53CC-1F31-41AA-8E59-0D8CD76702E2}" dt="2023-06-03T00:54:53.885" v="559" actId="478"/>
          <ac:picMkLst>
            <pc:docMk/>
            <pc:sldMk cId="4153678306" sldId="296"/>
            <ac:picMk id="9" creationId="{773C1382-ACE1-460F-A1B6-AB761A7D2E6B}"/>
          </ac:picMkLst>
        </pc:picChg>
        <pc:picChg chg="del">
          <ac:chgData name="Guilherme Macario da Silva" userId="88e4aa0f-b69e-427c-80a9-9d7195ecfa8b" providerId="ADAL" clId="{835A53CC-1F31-41AA-8E59-0D8CD76702E2}" dt="2023-06-03T00:54:48.607" v="557" actId="478"/>
          <ac:picMkLst>
            <pc:docMk/>
            <pc:sldMk cId="4153678306" sldId="296"/>
            <ac:picMk id="10" creationId="{A29DE31C-E099-4579-BB03-675E0A40C5F2}"/>
          </ac:picMkLst>
        </pc:picChg>
        <pc:picChg chg="del">
          <ac:chgData name="Guilherme Macario da Silva" userId="88e4aa0f-b69e-427c-80a9-9d7195ecfa8b" providerId="ADAL" clId="{835A53CC-1F31-41AA-8E59-0D8CD76702E2}" dt="2023-06-03T00:54:54.949" v="560" actId="478"/>
          <ac:picMkLst>
            <pc:docMk/>
            <pc:sldMk cId="4153678306" sldId="296"/>
            <ac:picMk id="11" creationId="{0718E6E0-05A2-479C-AEA8-1A385EB73474}"/>
          </ac:picMkLst>
        </pc:picChg>
      </pc:sldChg>
      <pc:sldChg chg="addSp delSp modSp mod modTransition modAnim">
        <pc:chgData name="Guilherme Macario da Silva" userId="88e4aa0f-b69e-427c-80a9-9d7195ecfa8b" providerId="ADAL" clId="{835A53CC-1F31-41AA-8E59-0D8CD76702E2}" dt="2023-06-02T23:38:47.308" v="199" actId="20577"/>
        <pc:sldMkLst>
          <pc:docMk/>
          <pc:sldMk cId="722098795" sldId="297"/>
        </pc:sldMkLst>
        <pc:spChg chg="mod">
          <ac:chgData name="Guilherme Macario da Silva" userId="88e4aa0f-b69e-427c-80a9-9d7195ecfa8b" providerId="ADAL" clId="{835A53CC-1F31-41AA-8E59-0D8CD76702E2}" dt="2023-06-02T23:38:05.760" v="139" actId="1076"/>
          <ac:spMkLst>
            <pc:docMk/>
            <pc:sldMk cId="722098795" sldId="297"/>
            <ac:spMk id="2" creationId="{3560F281-4FF6-4617-A809-AC9C15ECF18A}"/>
          </ac:spMkLst>
        </pc:spChg>
        <pc:spChg chg="mod">
          <ac:chgData name="Guilherme Macario da Silva" userId="88e4aa0f-b69e-427c-80a9-9d7195ecfa8b" providerId="ADAL" clId="{835A53CC-1F31-41AA-8E59-0D8CD76702E2}" dt="2023-06-02T23:38:08.853" v="140" actId="1076"/>
          <ac:spMkLst>
            <pc:docMk/>
            <pc:sldMk cId="722098795" sldId="297"/>
            <ac:spMk id="3" creationId="{611DC577-0A95-47D0-95D9-5F8DA763D46B}"/>
          </ac:spMkLst>
        </pc:spChg>
        <pc:spChg chg="mod">
          <ac:chgData name="Guilherme Macario da Silva" userId="88e4aa0f-b69e-427c-80a9-9d7195ecfa8b" providerId="ADAL" clId="{835A53CC-1F31-41AA-8E59-0D8CD76702E2}" dt="2023-06-02T23:38:26.954" v="193" actId="20577"/>
          <ac:spMkLst>
            <pc:docMk/>
            <pc:sldMk cId="722098795" sldId="297"/>
            <ac:spMk id="4" creationId="{D355C61F-C8F1-4977-8E1F-F16C0D9EA88C}"/>
          </ac:spMkLst>
        </pc:spChg>
        <pc:spChg chg="mod">
          <ac:chgData name="Guilherme Macario da Silva" userId="88e4aa0f-b69e-427c-80a9-9d7195ecfa8b" providerId="ADAL" clId="{835A53CC-1F31-41AA-8E59-0D8CD76702E2}" dt="2023-06-02T23:38:47.308" v="199" actId="20577"/>
          <ac:spMkLst>
            <pc:docMk/>
            <pc:sldMk cId="722098795" sldId="297"/>
            <ac:spMk id="6" creationId="{1C554D9F-1895-486E-BFBA-905BB2D29E08}"/>
          </ac:spMkLst>
        </pc:spChg>
        <pc:picChg chg="add del mod">
          <ac:chgData name="Guilherme Macario da Silva" userId="88e4aa0f-b69e-427c-80a9-9d7195ecfa8b" providerId="ADAL" clId="{835A53CC-1F31-41AA-8E59-0D8CD76702E2}" dt="2023-06-02T23:11:34.526" v="2"/>
          <ac:picMkLst>
            <pc:docMk/>
            <pc:sldMk cId="722098795" sldId="297"/>
            <ac:picMk id="10" creationId="{4B95847D-6440-39FF-C8B5-57A34AAC4C02}"/>
          </ac:picMkLst>
        </pc:picChg>
        <pc:picChg chg="add del mod ord">
          <ac:chgData name="Guilherme Macario da Silva" userId="88e4aa0f-b69e-427c-80a9-9d7195ecfa8b" providerId="ADAL" clId="{835A53CC-1F31-41AA-8E59-0D8CD76702E2}" dt="2023-06-02T23:11:57.119" v="3"/>
          <ac:picMkLst>
            <pc:docMk/>
            <pc:sldMk cId="722098795" sldId="297"/>
            <ac:picMk id="13" creationId="{7300536A-6273-5E1F-B69C-8E8208B81362}"/>
          </ac:picMkLst>
        </pc:picChg>
        <pc:picChg chg="mod">
          <ac:chgData name="Guilherme Macario da Silva" userId="88e4aa0f-b69e-427c-80a9-9d7195ecfa8b" providerId="ADAL" clId="{835A53CC-1F31-41AA-8E59-0D8CD76702E2}" dt="2023-06-02T23:37:58.343" v="138" actId="14826"/>
          <ac:picMkLst>
            <pc:docMk/>
            <pc:sldMk cId="722098795" sldId="297"/>
            <ac:picMk id="14" creationId="{7E468295-904F-0743-AD06-67DA21353B9E}"/>
          </ac:picMkLst>
        </pc:picChg>
        <pc:picChg chg="add del mod">
          <ac:chgData name="Guilherme Macario da Silva" userId="88e4aa0f-b69e-427c-80a9-9d7195ecfa8b" providerId="ADAL" clId="{835A53CC-1F31-41AA-8E59-0D8CD76702E2}" dt="2023-06-02T23:11:59.392" v="5"/>
          <ac:picMkLst>
            <pc:docMk/>
            <pc:sldMk cId="722098795" sldId="297"/>
            <ac:picMk id="15" creationId="{4B4A9BF3-DD9C-4CBC-5846-D0D47D61D4EA}"/>
          </ac:picMkLst>
        </pc:picChg>
        <pc:picChg chg="add del mod ord">
          <ac:chgData name="Guilherme Macario da Silva" userId="88e4aa0f-b69e-427c-80a9-9d7195ecfa8b" providerId="ADAL" clId="{835A53CC-1F31-41AA-8E59-0D8CD76702E2}" dt="2023-06-02T23:12:23.397" v="6"/>
          <ac:picMkLst>
            <pc:docMk/>
            <pc:sldMk cId="722098795" sldId="297"/>
            <ac:picMk id="18" creationId="{D6604888-7018-42D4-A375-2829308C5847}"/>
          </ac:picMkLst>
        </pc:picChg>
        <pc:picChg chg="add del mod">
          <ac:chgData name="Guilherme Macario da Silva" userId="88e4aa0f-b69e-427c-80a9-9d7195ecfa8b" providerId="ADAL" clId="{835A53CC-1F31-41AA-8E59-0D8CD76702E2}" dt="2023-06-02T23:12:25.211" v="8"/>
          <ac:picMkLst>
            <pc:docMk/>
            <pc:sldMk cId="722098795" sldId="297"/>
            <ac:picMk id="19" creationId="{9ECB5F3F-BD42-DE65-B9C6-1BB0EF8DC4AB}"/>
          </ac:picMkLst>
        </pc:picChg>
        <pc:picChg chg="add del mod ord">
          <ac:chgData name="Guilherme Macario da Silva" userId="88e4aa0f-b69e-427c-80a9-9d7195ecfa8b" providerId="ADAL" clId="{835A53CC-1F31-41AA-8E59-0D8CD76702E2}" dt="2023-06-02T23:13:28.481" v="9"/>
          <ac:picMkLst>
            <pc:docMk/>
            <pc:sldMk cId="722098795" sldId="297"/>
            <ac:picMk id="23" creationId="{8ACF512D-092C-95ED-623A-347AD8EA0E9F}"/>
          </ac:picMkLst>
        </pc:picChg>
        <pc:picChg chg="add mod">
          <ac:chgData name="Guilherme Macario da Silva" userId="88e4aa0f-b69e-427c-80a9-9d7195ecfa8b" providerId="ADAL" clId="{835A53CC-1F31-41AA-8E59-0D8CD76702E2}" dt="2023-06-02T23:38:32.998" v="194" actId="1076"/>
          <ac:picMkLst>
            <pc:docMk/>
            <pc:sldMk cId="722098795" sldId="297"/>
            <ac:picMk id="24" creationId="{D87AD18B-55D1-9706-809F-27F3EA11DB53}"/>
          </ac:picMkLst>
        </pc:picChg>
        <pc:picChg chg="add del">
          <ac:chgData name="Guilherme Macario da Silva" userId="88e4aa0f-b69e-427c-80a9-9d7195ecfa8b" providerId="ADAL" clId="{835A53CC-1F31-41AA-8E59-0D8CD76702E2}" dt="2023-06-02T23:37:50.936" v="137" actId="22"/>
          <ac:picMkLst>
            <pc:docMk/>
            <pc:sldMk cId="722098795" sldId="297"/>
            <ac:picMk id="33" creationId="{C501987E-D724-1CC4-ED63-59BE43B338A6}"/>
          </ac:picMkLst>
        </pc:picChg>
      </pc:sldChg>
      <pc:sldChg chg="addSp modSp mod">
        <pc:chgData name="Guilherme Macario da Silva" userId="88e4aa0f-b69e-427c-80a9-9d7195ecfa8b" providerId="ADAL" clId="{835A53CC-1F31-41AA-8E59-0D8CD76702E2}" dt="2023-06-02T23:14:13.709" v="10" actId="1076"/>
        <pc:sldMkLst>
          <pc:docMk/>
          <pc:sldMk cId="3989923275" sldId="298"/>
        </pc:sldMkLst>
        <pc:picChg chg="add mod">
          <ac:chgData name="Guilherme Macario da Silva" userId="88e4aa0f-b69e-427c-80a9-9d7195ecfa8b" providerId="ADAL" clId="{835A53CC-1F31-41AA-8E59-0D8CD76702E2}" dt="2023-06-02T23:14:13.709" v="10" actId="1076"/>
          <ac:picMkLst>
            <pc:docMk/>
            <pc:sldMk cId="3989923275" sldId="298"/>
            <ac:picMk id="19" creationId="{B2E1AD72-DA38-BFA7-73CB-2EC4EF90EA88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9696519-77A5-42E9-9F7C-68841B76CE9F}" type="datetime1">
              <a:rPr lang="pt-BR" smtClean="0"/>
              <a:t>02/06/2023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E01C0E-6041-40BD-877C-FB9FBD0CE1C9}" type="datetime1">
              <a:rPr lang="pt-BR" smtClean="0"/>
              <a:pPr/>
              <a:t>02/06/2023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dirty="0"/>
              <a:t>Editar estilos de texto Mestre</a:t>
            </a:r>
          </a:p>
          <a:p>
            <a:pPr lvl="1" rtl="0"/>
            <a:r>
              <a:rPr lang="pt-BR" dirty="0"/>
              <a:t>Segundo nível</a:t>
            </a:r>
          </a:p>
          <a:p>
            <a:pPr lvl="2" rtl="0"/>
            <a:r>
              <a:rPr lang="pt-BR" dirty="0"/>
              <a:t>Terceiro nível</a:t>
            </a:r>
          </a:p>
          <a:p>
            <a:pPr lvl="3" rtl="0"/>
            <a:r>
              <a:rPr lang="pt-BR" dirty="0"/>
              <a:t>Quarto nível</a:t>
            </a:r>
          </a:p>
          <a:p>
            <a:pPr lvl="4" rtl="0"/>
            <a:r>
              <a:rPr lang="pt-BR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5012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de título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Espaço Reservado para Imagem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804025"/>
          </a:xfrm>
          <a:solidFill>
            <a:schemeClr val="bg1">
              <a:lumMod val="85000"/>
            </a:schemeClr>
          </a:solidFill>
        </p:spPr>
        <p:txBody>
          <a:bodyPr tIns="1728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BR" dirty="0"/>
              <a:t>Insira ou Arraste e Solte sua Foto Aqui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2811053"/>
            <a:ext cx="8991600" cy="1261295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lnSpc>
                <a:spcPct val="120000"/>
              </a:lnSpc>
              <a:defRPr lang="en-ZA" sz="4400" b="1" spc="-300" dirty="0"/>
            </a:lvl1pPr>
          </a:lstStyle>
          <a:p>
            <a:pPr lvl="0" algn="r" rtl="0"/>
            <a:r>
              <a:rPr lang="pt-BR" dirty="0"/>
              <a:t>Clique para editar o título da apresentação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00400" y="4061039"/>
            <a:ext cx="6580188" cy="580921"/>
          </a:xfrm>
          <a:solidFill>
            <a:schemeClr val="tx1">
              <a:alpha val="80000"/>
            </a:schemeClr>
          </a:solidFill>
        </p:spPr>
        <p:txBody>
          <a:bodyPr vert="horz" lIns="180000" tIns="180000" rIns="180000" bIns="180000" rtlCol="0">
            <a:noAutofit/>
          </a:bodyPr>
          <a:lstStyle>
            <a:lvl1pPr marL="0" indent="0" algn="r">
              <a:buNone/>
              <a:defRPr lang="en-ZA" dirty="0">
                <a:solidFill>
                  <a:schemeClr val="bg1"/>
                </a:solidFill>
              </a:defRPr>
            </a:lvl1pPr>
          </a:lstStyle>
          <a:p>
            <a:pPr marL="266700" lvl="0" indent="-266700" algn="ctr" rtl="0"/>
            <a:r>
              <a:rPr lang="pt-BR" dirty="0"/>
              <a:t>Clique para editar o estilo de subtítulo Mestre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269861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iviso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Espaço Reservado para Imagem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BR" dirty="0"/>
              <a:t>Insira ou Arraste e Solte </a:t>
            </a:r>
            <a:br>
              <a:rPr lang="pt-BR" dirty="0"/>
            </a:br>
            <a:r>
              <a:rPr lang="pt-BR" dirty="0"/>
              <a:t>sua Foto Aqui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5700" y="2204792"/>
            <a:ext cx="5956300" cy="1944000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 rtl="0"/>
            <a:r>
              <a:rPr lang="pt-BR" dirty="0"/>
              <a:t>Clique para editar o divisor de seção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5700" y="41488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180000" tIns="180000" rIns="252000" bIns="180000" rtlCol="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dirty="0"/>
              <a:t>Clique para editar o estilo de subtítulo Mestre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524778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37159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ivisor 2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Espaço Reservado para Imagem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411412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BR" dirty="0"/>
              <a:t>Insira ou Arraste e Solte </a:t>
            </a:r>
            <a:br>
              <a:rPr lang="pt-BR" dirty="0"/>
            </a:br>
            <a:r>
              <a:rPr lang="pt-BR" dirty="0"/>
              <a:t>sua Foto Aqui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E473AB13-DFF9-4538-9907-E261659E0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700" y="2156226"/>
            <a:ext cx="5958000" cy="1958400"/>
          </a:xfrm>
          <a:solidFill>
            <a:schemeClr val="bg1"/>
          </a:solidFill>
        </p:spPr>
        <p:txBody>
          <a:bodyPr lIns="252000" tIns="180000" rIns="180000" bIns="180000" rtlCol="0"/>
          <a:lstStyle>
            <a:lvl1pPr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pt-BR" dirty="0"/>
              <a:t>Clique para editar o divisor de seção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107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252000" tIns="180000" rIns="180000" bIns="180000" rtlCol="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dirty="0"/>
              <a:t>Clique para editar o estilo de subtítulo Mestre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0" y="52096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8285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de Imagem de Tex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Imagem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BR" dirty="0"/>
              <a:t>Insira ou Arraste e Solte sua foto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1800" y="3802899"/>
            <a:ext cx="4648200" cy="985000"/>
          </a:xfrm>
          <a:solidFill>
            <a:schemeClr val="bg1"/>
          </a:solidFill>
        </p:spPr>
        <p:txBody>
          <a:bodyPr lIns="180000" tIns="180000" rIns="180000" bIns="180000" rtlCol="0"/>
          <a:lstStyle>
            <a:lvl1pPr algn="r">
              <a:defRPr sz="42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dirty="0"/>
              <a:t>Editar título da página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1800" y="4787900"/>
            <a:ext cx="4648200" cy="1162800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Subtítulo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2668686"/>
            <a:ext cx="5472000" cy="2999426"/>
          </a:xfrm>
        </p:spPr>
        <p:txBody>
          <a:bodyPr rtlCol="0"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508F53F-6AA2-4060-904A-BC90211DC043}"/>
              </a:ext>
            </a:extLst>
          </p:cNvPr>
          <p:cNvSpPr/>
          <p:nvPr userDrawn="1"/>
        </p:nvSpPr>
        <p:spPr>
          <a:xfrm>
            <a:off x="9348588" y="3700775"/>
            <a:ext cx="2411412" cy="1148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de Imagem de Tex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Imagem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BR" dirty="0"/>
              <a:t>Insira ou Arraste e Solte sua foto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100" y="1869795"/>
            <a:ext cx="6641900" cy="1124345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 rtlCol="0"/>
          <a:lstStyle>
            <a:lvl1pPr algn="l">
              <a:defRPr sz="39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 título da página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18334" y="2994141"/>
            <a:ext cx="6641626" cy="590155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Subtítulo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8000" y="3763648"/>
            <a:ext cx="5472000" cy="2428351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A5285E0-8F27-49C4-AADF-92A3B72D41FD}"/>
              </a:ext>
            </a:extLst>
          </p:cNvPr>
          <p:cNvSpPr/>
          <p:nvPr userDrawn="1"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438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 título da página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Subtítulo</a:t>
            </a:r>
          </a:p>
        </p:txBody>
      </p:sp>
      <p:sp>
        <p:nvSpPr>
          <p:cNvPr id="3" name="Espaço Reservado para Comparação à Esquerda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5834"/>
            <a:ext cx="5472000" cy="360000"/>
          </a:xfrm>
        </p:spPr>
        <p:txBody>
          <a:bodyPr rtlCol="0"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/>
              <a:t>Clique para editar os estilos do texto de Modelo Global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023668"/>
            <a:ext cx="5472000" cy="4168332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BR" dirty="0"/>
          </a:p>
        </p:txBody>
      </p:sp>
      <p:sp>
        <p:nvSpPr>
          <p:cNvPr id="12" name="Espaço Reservado para Comparação à Esquerda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1516359"/>
            <a:ext cx="5472000" cy="358775"/>
          </a:xfrm>
        </p:spPr>
        <p:txBody>
          <a:bodyPr rtlCol="0"/>
          <a:lstStyle>
            <a:lvl1pPr marL="0" indent="0">
              <a:buNone/>
              <a:defRPr sz="2400" b="1"/>
            </a:lvl1pPr>
          </a:lstStyle>
          <a:p>
            <a:pPr lvl="0" rtl="0"/>
            <a:r>
              <a:rPr lang="pt-PT"/>
              <a:t>Clique para editar os estilos do texto de Modelo Global</a:t>
            </a:r>
          </a:p>
        </p:txBody>
      </p:sp>
      <p:sp>
        <p:nvSpPr>
          <p:cNvPr id="8" name="Espaço reservado para texto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020359"/>
            <a:ext cx="5472113" cy="4170891"/>
          </a:xfrm>
        </p:spPr>
        <p:txBody>
          <a:bodyPr rtlCol="0"/>
          <a:lstStyle/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18733E7E-50D2-4F6C-9DF2-CF4C98C4B8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Imagem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2000" cy="6371350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BR" dirty="0"/>
              <a:t>Insira ou Arraste e Solte sua foto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0" y="5359400"/>
            <a:ext cx="5664000" cy="565899"/>
          </a:xfrm>
          <a:solidFill>
            <a:schemeClr val="tx1"/>
          </a:solidFill>
        </p:spPr>
        <p:txBody>
          <a:bodyPr lIns="180000" tIns="180000" rIns="180000" bIns="180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dirty="0"/>
              <a:t>Insira sua legenda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8B3D119C-DBF5-4B4F-BE38-7BD7B5C8A5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7F8E7C83-06D7-4C5B-85B7-0E5713B4FA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dirty="0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Espaço Reservado para Imagem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102" cy="6804025"/>
          </a:xfrm>
          <a:solidFill>
            <a:schemeClr val="bg1">
              <a:lumMod val="85000"/>
            </a:schemeClr>
          </a:solidFill>
        </p:spPr>
        <p:txBody>
          <a:bodyPr tIns="0"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BR" dirty="0"/>
              <a:t>Insira ou Arraste e Solte sua Foto Aqui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58200" y="2798354"/>
            <a:ext cx="3733800" cy="1013684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 rtl="0"/>
            <a:r>
              <a:rPr lang="pt-BR" dirty="0"/>
              <a:t>Obrigado</a:t>
            </a:r>
          </a:p>
        </p:txBody>
      </p:sp>
      <p:sp>
        <p:nvSpPr>
          <p:cNvPr id="9" name="Espaço Reservado para Texto 5">
            <a:extLst>
              <a:ext uri="{FF2B5EF4-FFF2-40B4-BE49-F238E27FC236}">
                <a16:creationId xmlns:a16="http://schemas.microsoft.com/office/drawing/2014/main" id="{52FA7FC9-E40E-4144-84E4-34E3722E9A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58200" y="3957705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Nome completo</a:t>
            </a:r>
          </a:p>
        </p:txBody>
      </p:sp>
      <p:sp>
        <p:nvSpPr>
          <p:cNvPr id="10" name="Espaço Reservado para Texto 6">
            <a:extLst>
              <a:ext uri="{FF2B5EF4-FFF2-40B4-BE49-F238E27FC236}">
                <a16:creationId xmlns:a16="http://schemas.microsoft.com/office/drawing/2014/main" id="{97289182-4FE6-4A18-9775-4588D5801C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306722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Número do telefone</a:t>
            </a:r>
          </a:p>
        </p:txBody>
      </p:sp>
      <p:sp>
        <p:nvSpPr>
          <p:cNvPr id="11" name="Espaço Reservado para Texto 7">
            <a:extLst>
              <a:ext uri="{FF2B5EF4-FFF2-40B4-BE49-F238E27FC236}">
                <a16:creationId xmlns:a16="http://schemas.microsoft.com/office/drawing/2014/main" id="{BD4E94C7-6CAF-4FEE-9E02-D3D3A2AC5E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58200" y="4655739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lnSpc>
                <a:spcPct val="70000"/>
              </a:lnSpc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Contato por </a:t>
            </a:r>
            <a:r>
              <a:rPr lang="pt-BR" dirty="0" err="1"/>
              <a:t>Email</a:t>
            </a:r>
            <a:r>
              <a:rPr lang="pt-BR" dirty="0"/>
              <a:t> ou Mídia Social</a:t>
            </a:r>
          </a:p>
        </p:txBody>
      </p:sp>
      <p:sp>
        <p:nvSpPr>
          <p:cNvPr id="12" name="Espaço Reservado para Texto 8">
            <a:extLst>
              <a:ext uri="{FF2B5EF4-FFF2-40B4-BE49-F238E27FC236}">
                <a16:creationId xmlns:a16="http://schemas.microsoft.com/office/drawing/2014/main" id="{0DE421A3-3C59-48FC-BC3B-007ADFBEB4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58200" y="5004756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Site da empresa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8458200" y="2685912"/>
            <a:ext cx="3733800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222FB6A7-1E80-487C-93E6-DCAA8751EF2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49663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 título da página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Subtítulo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 título da página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7DEBF36F-ADC5-48FF-BFAF-3BED06924F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Subtítulo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2000"/>
            <a:ext cx="5472000" cy="468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BR" dirty="0"/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1511250"/>
            <a:ext cx="5472113" cy="4680000"/>
          </a:xfrm>
        </p:spPr>
        <p:txBody>
          <a:bodyPr rtlCol="0"/>
          <a:lstStyle/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 título da página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Subtítulo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360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01550" y="1511476"/>
            <a:ext cx="3600450" cy="4679249"/>
          </a:xfrm>
        </p:spPr>
        <p:txBody>
          <a:bodyPr rtlCol="0"/>
          <a:lstStyle/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BR" dirty="0"/>
          </a:p>
        </p:txBody>
      </p:sp>
      <p:sp>
        <p:nvSpPr>
          <p:cNvPr id="11" name="Espaço Reservado para Texto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1550" y="1511475"/>
            <a:ext cx="3600450" cy="4679250"/>
          </a:xfrm>
        </p:spPr>
        <p:txBody>
          <a:bodyPr rtlCol="0"/>
          <a:lstStyle/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 título da página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Subtítulo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216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26412" y="1512000"/>
            <a:ext cx="2160588" cy="4679250"/>
          </a:xfrm>
        </p:spPr>
        <p:txBody>
          <a:bodyPr rtlCol="0"/>
          <a:lstStyle/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BR" dirty="0"/>
          </a:p>
        </p:txBody>
      </p:sp>
      <p:sp>
        <p:nvSpPr>
          <p:cNvPr id="13" name="Espaço Reservado para Texto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1412" y="1512000"/>
            <a:ext cx="2160588" cy="4679250"/>
          </a:xfrm>
        </p:spPr>
        <p:txBody>
          <a:bodyPr rtlCol="0"/>
          <a:lstStyle/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BR" dirty="0"/>
          </a:p>
        </p:txBody>
      </p:sp>
      <p:sp>
        <p:nvSpPr>
          <p:cNvPr id="15" name="Espaço Reservado para Texto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6412" y="1507535"/>
            <a:ext cx="2160588" cy="4679250"/>
          </a:xfrm>
        </p:spPr>
        <p:txBody>
          <a:bodyPr rtlCol="0"/>
          <a:lstStyle/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BR" dirty="0"/>
          </a:p>
        </p:txBody>
      </p:sp>
      <p:sp>
        <p:nvSpPr>
          <p:cNvPr id="17" name="Espaço Reservado para Texto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11412" y="1507535"/>
            <a:ext cx="2160588" cy="4683715"/>
          </a:xfrm>
        </p:spPr>
        <p:txBody>
          <a:bodyPr rtlCol="0"/>
          <a:lstStyle/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009ABD5E-B8F1-4246-B167-09138760AD7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 título da página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Subtítulo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853CF994-8B2C-443F-B695-7378DD360DAA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0694D9D-C633-4D52-965E-E5BBD98830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dirty="0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3EB0D177-9AA4-42F4-9CD7-CD206217CA6D}"/>
              </a:ext>
            </a:extLst>
          </p:cNvPr>
          <p:cNvSpPr/>
          <p:nvPr userDrawn="1"/>
        </p:nvSpPr>
        <p:spPr>
          <a:xfrm>
            <a:off x="9780101" y="6371351"/>
            <a:ext cx="1979897" cy="431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C825DB53-D610-4A40-AFDC-EBC47DB613CE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31" name="Forma livre: Forma 30">
            <a:extLst>
              <a:ext uri="{FF2B5EF4-FFF2-40B4-BE49-F238E27FC236}">
                <a16:creationId xmlns:a16="http://schemas.microsoft.com/office/drawing/2014/main" id="{C2B9A6A4-83D0-40B1-8B15-964C84BF0705}"/>
              </a:ext>
            </a:extLst>
          </p:cNvPr>
          <p:cNvSpPr/>
          <p:nvPr userDrawn="1"/>
        </p:nvSpPr>
        <p:spPr>
          <a:xfrm>
            <a:off x="0" y="6371351"/>
            <a:ext cx="9780102" cy="432000"/>
          </a:xfrm>
          <a:custGeom>
            <a:avLst/>
            <a:gdLst>
              <a:gd name="connsiteX0" fmla="*/ 0 w 9780102"/>
              <a:gd name="connsiteY0" fmla="*/ 0 h 432000"/>
              <a:gd name="connsiteX1" fmla="*/ 9780102 w 9780102"/>
              <a:gd name="connsiteY1" fmla="*/ 0 h 432000"/>
              <a:gd name="connsiteX2" fmla="*/ 9780102 w 9780102"/>
              <a:gd name="connsiteY2" fmla="*/ 432000 h 432000"/>
              <a:gd name="connsiteX3" fmla="*/ 0 w 9780102"/>
              <a:gd name="connsiteY3" fmla="*/ 432000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80102" h="432000">
                <a:moveTo>
                  <a:pt x="0" y="0"/>
                </a:moveTo>
                <a:lnTo>
                  <a:pt x="9780102" y="0"/>
                </a:lnTo>
                <a:lnTo>
                  <a:pt x="9780102" y="432000"/>
                </a:lnTo>
                <a:lnTo>
                  <a:pt x="0" y="432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rtl="0"/>
            <a:r>
              <a:rPr lang="pt-BR" dirty="0"/>
              <a:t>Clique para editar o título da página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28000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pt-BR" dirty="0"/>
              <a:t>Editar estilos de texto Mestre</a:t>
            </a:r>
          </a:p>
          <a:p>
            <a:pPr lvl="1" rtl="0"/>
            <a:r>
              <a:rPr lang="pt-BR" dirty="0"/>
              <a:t>Segundo nível</a:t>
            </a:r>
          </a:p>
          <a:p>
            <a:pPr lvl="2" rtl="0"/>
            <a:r>
              <a:rPr lang="pt-BR" dirty="0"/>
              <a:t>Terceiro nível</a:t>
            </a:r>
          </a:p>
          <a:p>
            <a:pPr lvl="3" rtl="0"/>
            <a:r>
              <a:rPr lang="pt-BR" dirty="0"/>
              <a:t>Quarto nível</a:t>
            </a:r>
          </a:p>
          <a:p>
            <a:pPr lvl="4" rtl="0"/>
            <a:r>
              <a:rPr lang="pt-BR" dirty="0"/>
              <a:t>Quinto nível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4" name="Caixa de texto 3">
            <a:extLst>
              <a:ext uri="{FF2B5EF4-FFF2-40B4-BE49-F238E27FC236}">
                <a16:creationId xmlns:a16="http://schemas.microsoft.com/office/drawing/2014/main" id="{34FDC6F9-37F9-4E25-AECA-D307B8421C73}"/>
              </a:ext>
            </a:extLst>
          </p:cNvPr>
          <p:cNvSpPr txBox="1"/>
          <p:nvPr userDrawn="1"/>
        </p:nvSpPr>
        <p:spPr>
          <a:xfrm>
            <a:off x="10243100" y="6422491"/>
            <a:ext cx="1053900" cy="380860"/>
          </a:xfrm>
          <a:prstGeom prst="rect">
            <a:avLst/>
          </a:prstGeom>
          <a:noFill/>
        </p:spPr>
        <p:txBody>
          <a:bodyPr wrap="square" tIns="108000" bIns="0" rtlCol="0" anchor="ctr">
            <a:spAutoFit/>
          </a:bodyPr>
          <a:lstStyle/>
          <a:p>
            <a:pPr algn="r" rtl="0">
              <a:lnSpc>
                <a:spcPts val="1000"/>
              </a:lnSpc>
            </a:pPr>
            <a:r>
              <a:rPr lang="pt-BR" sz="2500" b="1" i="0" spc="-100" dirty="0">
                <a:solidFill>
                  <a:schemeClr val="accent1"/>
                </a:solidFill>
                <a:latin typeface="+mj-lt"/>
              </a:rPr>
              <a:t>TREY</a:t>
            </a:r>
            <a:r>
              <a:rPr lang="pt-BR" sz="1600" b="1" i="0" spc="-100" dirty="0">
                <a:solidFill>
                  <a:schemeClr val="accent1"/>
                </a:solidFill>
                <a:latin typeface="+mj-lt"/>
              </a:rPr>
              <a:t> </a:t>
            </a:r>
            <a:br>
              <a:rPr lang="pt-BR" sz="1600" b="1" i="0" spc="-100" baseline="0" dirty="0">
                <a:solidFill>
                  <a:schemeClr val="accent1"/>
                </a:solidFill>
                <a:latin typeface="+mj-lt"/>
              </a:rPr>
            </a:br>
            <a:r>
              <a:rPr lang="pt-BR" sz="1200" b="0" i="0" spc="14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research</a:t>
            </a:r>
            <a:endParaRPr lang="pt-BR" sz="1200" b="0" i="0" spc="14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BC39664-EB8B-4A32-915A-D4308F79277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9B49670D-8F18-44A8-B217-67B412095C0D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030FA059-EC32-4FFF-9673-48849B2FA43A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6371351"/>
            <a:ext cx="1219199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8" r:id="rId4"/>
    <p:sldLayoutId id="2147483666" r:id="rId5"/>
    <p:sldLayoutId id="2147483659" r:id="rId6"/>
    <p:sldLayoutId id="2147483660" r:id="rId7"/>
    <p:sldLayoutId id="2147483664" r:id="rId8"/>
    <p:sldLayoutId id="2147483650" r:id="rId9"/>
    <p:sldLayoutId id="2147483652" r:id="rId10"/>
    <p:sldLayoutId id="2147483656" r:id="rId11"/>
    <p:sldLayoutId id="2147483657" r:id="rId12"/>
    <p:sldLayoutId id="2147483654" r:id="rId13"/>
    <p:sldLayoutId id="2147483655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spc="-15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Espaço Reservado para Imagem 11">
            <a:extLst>
              <a:ext uri="{FF2B5EF4-FFF2-40B4-BE49-F238E27FC236}">
                <a16:creationId xmlns:a16="http://schemas.microsoft.com/office/drawing/2014/main" id="{AA8A1CBA-9BB5-2246-9F4B-98EAD7C9015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/>
          <a:srcRect/>
          <a:stretch/>
        </p:blipFill>
        <p:spPr>
          <a:xfrm>
            <a:off x="9583152" y="1674151"/>
            <a:ext cx="2608848" cy="1203323"/>
          </a:xfr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02964" y="2804298"/>
            <a:ext cx="9189036" cy="798421"/>
          </a:xfrm>
        </p:spPr>
        <p:txBody>
          <a:bodyPr rtlCol="0"/>
          <a:lstStyle/>
          <a:p>
            <a:pPr algn="ctr" rtl="0">
              <a:lnSpc>
                <a:spcPct val="90000"/>
              </a:lnSpc>
            </a:pPr>
            <a:r>
              <a:rPr lang="pt-BR" sz="3600" b="0" i="0" cap="all" dirty="0">
                <a:solidFill>
                  <a:srgbClr val="E91C5D"/>
                </a:solidFill>
                <a:effectLst/>
                <a:latin typeface="Gotham HTF Bold"/>
              </a:rPr>
              <a:t>TERMODINÂMICA, ELETRICIDADE E MAGNETISMO</a:t>
            </a:r>
            <a:endParaRPr lang="pt-BR" sz="3600" dirty="0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2964" y="3609474"/>
            <a:ext cx="6580188" cy="580921"/>
          </a:xfrm>
        </p:spPr>
        <p:txBody>
          <a:bodyPr rtlCol="0"/>
          <a:lstStyle/>
          <a:p>
            <a:pPr rtl="0"/>
            <a:r>
              <a:rPr lang="pt-BR" dirty="0"/>
              <a:t>Global Solution 2023/1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67918D4-91E4-D340-C31C-53E443807929}"/>
              </a:ext>
            </a:extLst>
          </p:cNvPr>
          <p:cNvSpPr txBox="1"/>
          <p:nvPr/>
        </p:nvSpPr>
        <p:spPr>
          <a:xfrm>
            <a:off x="5775157" y="4190395"/>
            <a:ext cx="41749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RM 93040 Kaique Carvalho da Silva</a:t>
            </a:r>
          </a:p>
          <a:p>
            <a:r>
              <a:rPr lang="pt-BR" dirty="0"/>
              <a:t>RM 94618 Enzo Vazquez Sartorelli </a:t>
            </a:r>
          </a:p>
          <a:p>
            <a:r>
              <a:rPr lang="pt-BR" dirty="0"/>
              <a:t>RM 84057 Guilherme Macario da Silva </a:t>
            </a:r>
          </a:p>
        </p:txBody>
      </p:sp>
      <p:pic>
        <p:nvPicPr>
          <p:cNvPr id="19" name="Áudio 18">
            <a:hlinkClick r:id="" action="ppaction://media"/>
            <a:extLst>
              <a:ext uri="{FF2B5EF4-FFF2-40B4-BE49-F238E27FC236}">
                <a16:creationId xmlns:a16="http://schemas.microsoft.com/office/drawing/2014/main" id="{B2E1AD72-DA38-BFA7-73CB-2EC4EF90EA8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36351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9899232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119"/>
    </mc:Choice>
    <mc:Fallback>
      <p:transition spd="slow" advTm="61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Espaço Reservado para Imagem 13">
            <a:extLst>
              <a:ext uri="{FF2B5EF4-FFF2-40B4-BE49-F238E27FC236}">
                <a16:creationId xmlns:a16="http://schemas.microsoft.com/office/drawing/2014/main" id="{7E468295-904F-0743-AD06-67DA21353B9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/>
          <a:srcRect/>
          <a:stretch/>
        </p:blipFill>
        <p:spPr>
          <a:xfrm>
            <a:off x="0" y="-1"/>
            <a:ext cx="6096000" cy="6371351"/>
          </a:xfrm>
        </p:spPr>
      </p:pic>
      <p:sp>
        <p:nvSpPr>
          <p:cNvPr id="20" name="Retângulo 19" descr="Bloco em destaque">
            <a:extLst>
              <a:ext uri="{FF2B5EF4-FFF2-40B4-BE49-F238E27FC236}">
                <a16:creationId xmlns:a16="http://schemas.microsoft.com/office/drawing/2014/main" id="{EFA08948-2B6F-46B1-9D2D-8D7B2B3F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0606" y="1611081"/>
            <a:ext cx="6641900" cy="1124345"/>
          </a:xfrm>
        </p:spPr>
        <p:txBody>
          <a:bodyPr rtlCol="0"/>
          <a:lstStyle/>
          <a:p>
            <a:pPr rtl="0"/>
            <a:r>
              <a:rPr lang="pt-BR" sz="4000" dirty="0"/>
              <a:t>Danos de pragas em lavouras.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430606" y="2732201"/>
            <a:ext cx="6641626" cy="590155"/>
          </a:xfrm>
        </p:spPr>
        <p:txBody>
          <a:bodyPr rtlCol="0"/>
          <a:lstStyle/>
          <a:p>
            <a:pPr rtl="0"/>
            <a:r>
              <a:rPr lang="pt-BR" dirty="0"/>
              <a:t>Insecticidas e outros gases.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rtlCol="0"/>
          <a:lstStyle/>
          <a:p>
            <a:pPr marL="0" indent="0" rtl="0">
              <a:buNone/>
            </a:pPr>
            <a:r>
              <a:rPr lang="pt-BR" sz="2800" dirty="0"/>
              <a:t>Soluções quimicas.</a:t>
            </a:r>
          </a:p>
          <a:p>
            <a:pPr marL="0" indent="0" rtl="0">
              <a:buNone/>
            </a:pPr>
            <a:r>
              <a:rPr lang="pt-BR" sz="2800" dirty="0"/>
              <a:t>Soluções biologicas.</a:t>
            </a:r>
          </a:p>
          <a:p>
            <a:pPr marL="0" indent="0" rtl="0">
              <a:buNone/>
            </a:pPr>
            <a:r>
              <a:rPr lang="pt-BR" sz="2800" dirty="0"/>
              <a:t> </a:t>
            </a:r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9775824" y="6371351"/>
            <a:ext cx="2416176" cy="432000"/>
          </a:xfrm>
        </p:spPr>
        <p:txBody>
          <a:bodyPr rtlCol="0"/>
          <a:lstStyle/>
          <a:p>
            <a:pPr rtl="0"/>
            <a:r>
              <a:rPr lang="pt-BR" dirty="0"/>
              <a:t>2</a:t>
            </a:r>
          </a:p>
        </p:txBody>
      </p:sp>
      <p:pic>
        <p:nvPicPr>
          <p:cNvPr id="24" name="Áudio 23">
            <a:hlinkClick r:id="" action="ppaction://media"/>
            <a:extLst>
              <a:ext uri="{FF2B5EF4-FFF2-40B4-BE49-F238E27FC236}">
                <a16:creationId xmlns:a16="http://schemas.microsoft.com/office/drawing/2014/main" id="{D87AD18B-55D1-9706-809F-27F3EA11DB5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8801020" y="346572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7220987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358"/>
    </mc:Choice>
    <mc:Fallback>
      <p:transition spd="slow" advTm="333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294774"/>
            <a:ext cx="5472000" cy="5373338"/>
          </a:xfrm>
        </p:spPr>
        <p:txBody>
          <a:bodyPr rtlCol="0"/>
          <a:lstStyle/>
          <a:p>
            <a:pPr marL="0" indent="0" algn="ctr" rtl="0">
              <a:buNone/>
            </a:pPr>
            <a:r>
              <a:rPr lang="pt-BR" sz="4400" b="1" dirty="0"/>
              <a:t>Exergética</a:t>
            </a:r>
          </a:p>
          <a:p>
            <a:pPr marL="0" indent="0" algn="ctr" rtl="0">
              <a:buNone/>
            </a:pPr>
            <a:endParaRPr lang="pt-BR" sz="4400" b="1" dirty="0"/>
          </a:p>
          <a:p>
            <a:pPr marL="0" indent="0" algn="ctr" rtl="0">
              <a:buNone/>
            </a:pPr>
            <a:endParaRPr lang="pt-BR" sz="2000" b="1" dirty="0"/>
          </a:p>
          <a:p>
            <a:pPr marL="0" indent="0" algn="ctr" rtl="0">
              <a:buNone/>
            </a:pPr>
            <a:endParaRPr lang="pt-BR" sz="2000" b="1" dirty="0"/>
          </a:p>
          <a:p>
            <a:pPr marL="0" indent="0" algn="ctr" rtl="0">
              <a:buNone/>
            </a:pPr>
            <a:endParaRPr lang="pt-BR" dirty="0"/>
          </a:p>
          <a:p>
            <a:pPr marL="0" indent="0" algn="ctr" rtl="0">
              <a:buNone/>
            </a:pPr>
            <a:endParaRPr lang="pt-BR" dirty="0"/>
          </a:p>
          <a:p>
            <a:pPr marL="0" indent="0" algn="ctr" rtl="0">
              <a:buNone/>
            </a:pPr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algn="l" rtl="0"/>
            <a:r>
              <a:rPr lang="pt-BR" sz="4800" dirty="0"/>
              <a:t>Analise Exergética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pPr rtl="0"/>
            <a:r>
              <a:rPr lang="pt-BR" dirty="0"/>
              <a:t>União da primeira e segunda lei da termodinamica.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9769642" y="6371350"/>
            <a:ext cx="2422358" cy="486649"/>
          </a:xfrm>
        </p:spPr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3</a:t>
            </a:fld>
            <a:endParaRPr lang="pt-BR" dirty="0"/>
          </a:p>
        </p:txBody>
      </p:sp>
      <p:pic>
        <p:nvPicPr>
          <p:cNvPr id="105" name="Áudio 104">
            <a:hlinkClick r:id="" action="ppaction://media"/>
            <a:extLst>
              <a:ext uri="{FF2B5EF4-FFF2-40B4-BE49-F238E27FC236}">
                <a16:creationId xmlns:a16="http://schemas.microsoft.com/office/drawing/2014/main" id="{BB4DDE58-FE0B-148E-D934-567252A9741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3297466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326"/>
    </mc:Choice>
    <mc:Fallback>
      <p:transition spd="slow" advTm="703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Espaço Reservado para Imagem 10">
            <a:extLst>
              <a:ext uri="{FF2B5EF4-FFF2-40B4-BE49-F238E27FC236}">
                <a16:creationId xmlns:a16="http://schemas.microsoft.com/office/drawing/2014/main" id="{2E7ADBC3-DECA-9F4C-9289-9E43C727592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/>
          <a:stretch/>
        </p:blipFill>
        <p:spPr/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5700" y="3279446"/>
            <a:ext cx="5956300" cy="1944000"/>
          </a:xfrm>
        </p:spPr>
        <p:txBody>
          <a:bodyPr rtlCol="0"/>
          <a:lstStyle/>
          <a:p>
            <a:pPr rtl="0"/>
            <a:r>
              <a:rPr lang="pt-BR" sz="5400" dirty="0"/>
              <a:t>Controle climático e verificação do solo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80588" y="6371351"/>
            <a:ext cx="2411412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4</a:t>
            </a:fld>
            <a:endParaRPr lang="pt-BR" dirty="0"/>
          </a:p>
        </p:txBody>
      </p:sp>
      <p:pic>
        <p:nvPicPr>
          <p:cNvPr id="65" name="Áudio 64">
            <a:hlinkClick r:id="" action="ppaction://media"/>
            <a:extLst>
              <a:ext uri="{FF2B5EF4-FFF2-40B4-BE49-F238E27FC236}">
                <a16:creationId xmlns:a16="http://schemas.microsoft.com/office/drawing/2014/main" id="{E7DB5BEE-A2DC-666F-2AEB-13D5933CDBA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9213850" y="54649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0916746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6221"/>
    </mc:Choice>
    <mc:Fallback>
      <p:transition spd="slow" advTm="462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Equilibrio termico e analise energética</a:t>
            </a:r>
          </a:p>
        </p:txBody>
      </p:sp>
      <p:sp>
        <p:nvSpPr>
          <p:cNvPr id="12" name="Retângulo 11" descr="Bloco em destaque à esquerda">
            <a:extLst>
              <a:ext uri="{FF2B5EF4-FFF2-40B4-BE49-F238E27FC236}">
                <a16:creationId xmlns:a16="http://schemas.microsoft.com/office/drawing/2014/main" id="{7F65E93D-09FF-42EE-B9DD-750638966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800" y="2100317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AB259A0-0017-492F-A0DC-4B70C7052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2442934"/>
            <a:ext cx="5472000" cy="360000"/>
          </a:xfrm>
        </p:spPr>
        <p:txBody>
          <a:bodyPr rtlCol="0"/>
          <a:lstStyle/>
          <a:p>
            <a:pPr rtl="0"/>
            <a:r>
              <a:rPr lang="pt-BR" dirty="0"/>
              <a:t>Termodinâmica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CEEB3BAE-C0B2-447C-B8BE-96C6BD84D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950767"/>
            <a:ext cx="5459984" cy="2800327"/>
          </a:xfrm>
        </p:spPr>
        <p:txBody>
          <a:bodyPr rtlCol="0"/>
          <a:lstStyle/>
          <a:p>
            <a:pPr marL="0" indent="0" rtl="0">
              <a:buNone/>
            </a:pPr>
            <a:r>
              <a:rPr lang="pt-BR" b="1" dirty="0"/>
              <a:t>Sistema termodinâmico</a:t>
            </a:r>
            <a:br>
              <a:rPr lang="pt-BR" b="1" dirty="0"/>
            </a:br>
            <a:br>
              <a:rPr lang="pt-BR" b="1" dirty="0"/>
            </a:br>
            <a:r>
              <a:rPr lang="pt-BR" b="1" dirty="0"/>
              <a:t>Estado termodinâmico</a:t>
            </a:r>
          </a:p>
          <a:p>
            <a:pPr marL="0" indent="0" rtl="0">
              <a:buNone/>
            </a:pPr>
            <a:r>
              <a:rPr lang="pt-BR" b="1" dirty="0"/>
              <a:t>Temperatura</a:t>
            </a:r>
          </a:p>
          <a:p>
            <a:pPr marL="0" indent="0" rtl="0">
              <a:buNone/>
            </a:pPr>
            <a:r>
              <a:rPr lang="pt-BR" b="1" dirty="0"/>
              <a:t>Equilíbrio termodinâmico</a:t>
            </a:r>
          </a:p>
        </p:txBody>
      </p:sp>
      <p:cxnSp>
        <p:nvCxnSpPr>
          <p:cNvPr id="11" name="Conector reto 10" descr="Divisor de slide">
            <a:extLst>
              <a:ext uri="{FF2B5EF4-FFF2-40B4-BE49-F238E27FC236}">
                <a16:creationId xmlns:a16="http://schemas.microsoft.com/office/drawing/2014/main" id="{5A563457-1EC8-4978-BCCB-AFD88C9ED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096000" y="2363035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tângulo 12" descr="Barra em destaque à direita&#10;">
            <a:extLst>
              <a:ext uri="{FF2B5EF4-FFF2-40B4-BE49-F238E27FC236}">
                <a16:creationId xmlns:a16="http://schemas.microsoft.com/office/drawing/2014/main" id="{A7CD04AE-9A8B-4DED-855D-F51B510D0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99887" y="2100317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pt-BR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237D1CA-B91A-410E-A968-D017BBE99F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2443459"/>
            <a:ext cx="5472000" cy="358775"/>
          </a:xfrm>
        </p:spPr>
        <p:txBody>
          <a:bodyPr rtlCol="0"/>
          <a:lstStyle/>
          <a:p>
            <a:pPr rtl="0"/>
            <a:r>
              <a:rPr lang="pt-BR" dirty="0"/>
              <a:t>Analise energética</a:t>
            </a:r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9793705" y="6371351"/>
            <a:ext cx="2398295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5</a:t>
            </a:fld>
            <a:endParaRPr lang="pt-BR" dirty="0"/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EE7E94F7-BE67-CFE2-36FC-AE4D769088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7141" y="2802234"/>
            <a:ext cx="5142649" cy="3039938"/>
          </a:xfrm>
          <a:prstGeom prst="rect">
            <a:avLst/>
          </a:prstGeom>
        </p:spPr>
      </p:pic>
      <p:pic>
        <p:nvPicPr>
          <p:cNvPr id="31" name="Áudio 30">
            <a:hlinkClick r:id="" action="ppaction://media"/>
            <a:extLst>
              <a:ext uri="{FF2B5EF4-FFF2-40B4-BE49-F238E27FC236}">
                <a16:creationId xmlns:a16="http://schemas.microsoft.com/office/drawing/2014/main" id="{7E299E06-27E4-CD80-B33C-CAD9063E2CD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1888378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5061"/>
    </mc:Choice>
    <mc:Fallback>
      <p:transition spd="slow" advTm="950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1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Espaço Reservado para Imagem 31" descr="mãos aplaudindo">
            <a:extLst>
              <a:ext uri="{FF2B5EF4-FFF2-40B4-BE49-F238E27FC236}">
                <a16:creationId xmlns:a16="http://schemas.microsoft.com/office/drawing/2014/main" id="{AAB6EE12-FEF8-FB41-A909-0DA61D7725C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4" name="Título 13">
            <a:extLst>
              <a:ext uri="{FF2B5EF4-FFF2-40B4-BE49-F238E27FC236}">
                <a16:creationId xmlns:a16="http://schemas.microsoft.com/office/drawing/2014/main" id="{6C38D7A9-9299-4108-BB08-026F4B9CAE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pt-BR" dirty="0"/>
              <a:t>Obrigado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1265965-2271-4C1C-BD0A-6F85F80FF9A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50A3BCC3-A277-4C0B-9EBA-EB53990D8EB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FD8A1232-50A8-4535-AAF9-7F4180EAA0D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12" name="Espaço Reservado para o Número do Slide 11">
            <a:extLst>
              <a:ext uri="{FF2B5EF4-FFF2-40B4-BE49-F238E27FC236}">
                <a16:creationId xmlns:a16="http://schemas.microsoft.com/office/drawing/2014/main" id="{91814EC9-246A-4C6E-941E-5774FE72F08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9780102" y="6371351"/>
            <a:ext cx="2411898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6</a:t>
            </a:fld>
            <a:endParaRPr lang="pt-BR" dirty="0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5B48735A-BFA0-EA05-FB43-1BEFA5242D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36783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Custom 129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25C6E3"/>
      </a:accent1>
      <a:accent2>
        <a:srgbClr val="E80554"/>
      </a:accent2>
      <a:accent3>
        <a:srgbClr val="A9E26F"/>
      </a:accent3>
      <a:accent4>
        <a:srgbClr val="EAD000"/>
      </a:accent4>
      <a:accent5>
        <a:srgbClr val="1A0F49"/>
      </a:accent5>
      <a:accent6>
        <a:srgbClr val="FF4A01"/>
      </a:accent6>
      <a:hlink>
        <a:srgbClr val="25C6E3"/>
      </a:hlink>
      <a:folHlink>
        <a:srgbClr val="25C6E3"/>
      </a:folHlink>
    </a:clrScheme>
    <a:fontScheme name="Custom 149">
      <a:majorFont>
        <a:latin typeface="Corbel"/>
        <a:ea typeface=""/>
        <a:cs typeface=""/>
      </a:majorFont>
      <a:minorFont>
        <a:latin typeface="Canda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19715358_TF16411250.potx" id="{ADA3E8C3-89B5-42F4-B40B-445B02320158}" vid="{73F44004-0E06-4849-A377-12E0D1D74C94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9" ma:contentTypeDescription="Create a new document." ma:contentTypeScope="" ma:versionID="76e25e1730b4532ab1d5e5b131a96a5a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d1e9281a84c4949647088091c718de3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B64A4C9D-F801-4923-BC6D-E0006F5123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B2218FC-8412-44B9-9E82-D51F1F531141}">
  <ds:schemaRefs>
    <ds:schemaRef ds:uri="http://purl.org/dc/elements/1.1/"/>
    <ds:schemaRef ds:uri="http://schemas.microsoft.com/sharepoint/v3"/>
    <ds:schemaRef ds:uri="http://schemas.microsoft.com/office/2006/documentManagement/types"/>
    <ds:schemaRef ds:uri="fb0879af-3eba-417a-a55a-ffe6dcd6ca77"/>
    <ds:schemaRef ds:uri="http://schemas.microsoft.com/office/2006/metadata/properties"/>
    <ds:schemaRef ds:uri="http://schemas.microsoft.com/office/infopath/2007/PartnerControls"/>
    <ds:schemaRef ds:uri="6dc4bcd6-49db-4c07-9060-8acfc67cef9f"/>
    <ds:schemaRef ds:uri="http://www.w3.org/XML/1998/namespace"/>
    <ds:schemaRef ds:uri="http://schemas.openxmlformats.org/package/2006/metadata/core-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{AE325858-5754-4059-A4D2-A0487DA8F345}tf16411250_win32</Template>
  <TotalTime>391</TotalTime>
  <Words>85</Words>
  <Application>Microsoft Office PowerPoint</Application>
  <PresentationFormat>Ecrã Panorâmico</PresentationFormat>
  <Paragraphs>31</Paragraphs>
  <Slides>6</Slides>
  <Notes>1</Notes>
  <HiddenSlides>0</HiddenSlides>
  <MMClips>5</MMClips>
  <ScaleCrop>false</ScaleCrop>
  <HeadingPairs>
    <vt:vector size="6" baseType="variant">
      <vt:variant>
        <vt:lpstr>Tipos de letra usados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6</vt:i4>
      </vt:variant>
    </vt:vector>
  </HeadingPairs>
  <TitlesOfParts>
    <vt:vector size="13" baseType="lpstr">
      <vt:lpstr>Arial</vt:lpstr>
      <vt:lpstr>Calibri</vt:lpstr>
      <vt:lpstr>Candara</vt:lpstr>
      <vt:lpstr>Corbel</vt:lpstr>
      <vt:lpstr>Gotham HTF Bold</vt:lpstr>
      <vt:lpstr>Times New Roman</vt:lpstr>
      <vt:lpstr>Tema do Office</vt:lpstr>
      <vt:lpstr>TERMODINÂMICA, ELETRICIDADE E MAGNETISMO</vt:lpstr>
      <vt:lpstr>Danos de pragas em lavouras.</vt:lpstr>
      <vt:lpstr>Analise Exergética</vt:lpstr>
      <vt:lpstr>Controle climático e verificação do solo</vt:lpstr>
      <vt:lpstr>Equilibrio termico e analise energética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TERMODINÂMICA, ELETRICIDADE E MAGNETISMO</dc:title>
  <dc:creator>Guilherme Macario da Silva</dc:creator>
  <cp:lastModifiedBy>Guilherme Macario da Silva</cp:lastModifiedBy>
  <cp:revision>1</cp:revision>
  <dcterms:created xsi:type="dcterms:W3CDTF">2023-06-02T18:23:37Z</dcterms:created>
  <dcterms:modified xsi:type="dcterms:W3CDTF">2023-06-03T00:55:08Z</dcterms:modified>
</cp:coreProperties>
</file>