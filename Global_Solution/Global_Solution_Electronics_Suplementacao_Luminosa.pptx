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  <p:sldMasterId id="2147483739" r:id="rId2"/>
  </p:sldMasterIdLst>
  <p:sldIdLst>
    <p:sldId id="256" r:id="rId3"/>
    <p:sldId id="257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48516-2065-43B6-9F59-82FAD80D1CCD}" v="536" dt="2023-05-30T23:00:15.909"/>
    <p1510:client id="{9997136D-D06E-4953-9911-717358DCA003}" v="300" dt="2023-05-31T20:54:26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865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42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5/31/2023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7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0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203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278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23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64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2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33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736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77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33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8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54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27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32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16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38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089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78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847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1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203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2" r:id="rId6"/>
    <p:sldLayoutId id="2147483778" r:id="rId7"/>
    <p:sldLayoutId id="2147483779" r:id="rId8"/>
    <p:sldLayoutId id="2147483780" r:id="rId9"/>
    <p:sldLayoutId id="2147483781" r:id="rId10"/>
    <p:sldLayoutId id="214748378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1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www.dicasled.pt/qual-e-a-melhor-luz-artificial-para-plantas/" TargetMode="Externa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hyperlink" Target="https://blog.cultivagrowshop.com.br/quais-tipos-de-luz-influenciam-no-cultivo/" TargetMode="External"/><Relationship Id="rId5" Type="http://schemas.openxmlformats.org/officeDocument/2006/relationships/hyperlink" Target="https://www.emporioluz.com.br/blog/a-influencia-da-luz-nas-plantas/" TargetMode="External"/><Relationship Id="rId4" Type="http://schemas.openxmlformats.org/officeDocument/2006/relationships/hyperlink" Target="https://codlux.blogspot.com/2018/09/primavera-codlux-o-led-e-as-planta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84EAF3-470F-E2DD-58F0-BAF45295A75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5704"/>
          <a:stretch/>
        </p:blipFill>
        <p:spPr>
          <a:xfrm>
            <a:off x="4487333" y="-19868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7" name="Freeform: Shape 96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BC37B5-F465-09D0-46D4-00D2B5730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4200" dirty="0"/>
              <a:t>Global Solution - </a:t>
            </a:r>
            <a:r>
              <a:rPr lang="en-US" sz="4200" cap="all" dirty="0"/>
              <a:t>ELECTRONICS ENGINEERING TECHNOLOGY</a:t>
            </a:r>
            <a:endParaRPr lang="en-US" sz="4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BEE071-C271-3068-6E90-558D4A858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162357" cy="1576188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700" dirty="0"/>
              <a:t>RM 93040 – </a:t>
            </a:r>
            <a:r>
              <a:rPr lang="en-US" sz="1700" dirty="0" err="1"/>
              <a:t>Kaique</a:t>
            </a:r>
            <a:r>
              <a:rPr lang="en-US" sz="1700" dirty="0"/>
              <a:t> Carvalho da Silva</a:t>
            </a:r>
          </a:p>
          <a:p>
            <a:pPr>
              <a:lnSpc>
                <a:spcPct val="120000"/>
              </a:lnSpc>
            </a:pPr>
            <a:r>
              <a:rPr lang="en-US" sz="1700" dirty="0"/>
              <a:t>RM 84057 – Guilherme Macario da Silva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7CDE67F-4E2E-5C07-1CE8-FB6694F8CC41}"/>
              </a:ext>
            </a:extLst>
          </p:cNvPr>
          <p:cNvSpPr txBox="1">
            <a:spLocks/>
          </p:cNvSpPr>
          <p:nvPr/>
        </p:nvSpPr>
        <p:spPr>
          <a:xfrm>
            <a:off x="316696" y="746115"/>
            <a:ext cx="6842353" cy="680052"/>
          </a:xfrm>
          <a:prstGeom prst="rect">
            <a:avLst/>
          </a:prstGeom>
        </p:spPr>
        <p:txBody>
          <a:bodyPr vert="horz" lIns="109728" tIns="109728" rIns="109728" bIns="91440" rtlCol="0" anchor="t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  <a:defRPr sz="2400" b="0" kern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SUPLEMENTAÇÃO LUMINOSA</a:t>
            </a:r>
          </a:p>
        </p:txBody>
      </p:sp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957841BB-3EF3-62DC-E44A-308BEADFC88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8938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455"/>
    </mc:Choice>
    <mc:Fallback>
      <p:transition spd="slow" advTm="454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2" grpId="0"/>
      <p:bldP spid="3" grpId="0" build="p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072E62-392E-62D9-D1C1-CF3E79DF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045" y="1346200"/>
            <a:ext cx="5624118" cy="32845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Benefícios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Não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emitem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calor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possui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uma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melhor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eficiência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Melhorias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para o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ambiente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95B283-2691-01C1-52DB-53FCC313C04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642" r="26188" b="2"/>
          <a:stretch/>
        </p:blipFill>
        <p:spPr>
          <a:xfrm>
            <a:off x="153" y="10"/>
            <a:ext cx="5033023" cy="6857990"/>
          </a:xfrm>
          <a:custGeom>
            <a:avLst/>
            <a:gdLst/>
            <a:ahLst/>
            <a:cxnLst/>
            <a:rect l="l" t="t" r="r" b="b"/>
            <a:pathLst>
              <a:path w="4710787" h="6858000">
                <a:moveTo>
                  <a:pt x="0" y="0"/>
                </a:moveTo>
                <a:lnTo>
                  <a:pt x="1214365" y="0"/>
                </a:lnTo>
                <a:lnTo>
                  <a:pt x="1994531" y="0"/>
                </a:lnTo>
                <a:lnTo>
                  <a:pt x="3087764" y="0"/>
                </a:lnTo>
                <a:lnTo>
                  <a:pt x="3109888" y="14997"/>
                </a:lnTo>
                <a:cubicBezTo>
                  <a:pt x="4137051" y="754641"/>
                  <a:pt x="4710787" y="2093192"/>
                  <a:pt x="4710787" y="3621656"/>
                </a:cubicBezTo>
                <a:cubicBezTo>
                  <a:pt x="4710787" y="4969131"/>
                  <a:pt x="3782062" y="5602839"/>
                  <a:pt x="2836437" y="6374814"/>
                </a:cubicBezTo>
                <a:cubicBezTo>
                  <a:pt x="2664234" y="6515397"/>
                  <a:pt x="2493607" y="6653108"/>
                  <a:pt x="2319789" y="6780599"/>
                </a:cubicBezTo>
                <a:lnTo>
                  <a:pt x="2208033" y="6858000"/>
                </a:lnTo>
                <a:lnTo>
                  <a:pt x="1994531" y="6858000"/>
                </a:lnTo>
                <a:lnTo>
                  <a:pt x="12143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8" name="Áudio 27">
            <a:hlinkClick r:id="" action="ppaction://media"/>
            <a:extLst>
              <a:ext uri="{FF2B5EF4-FFF2-40B4-BE49-F238E27FC236}">
                <a16:creationId xmlns:a16="http://schemas.microsoft.com/office/drawing/2014/main" id="{F4139C89-B065-1709-8E51-C893B27B5D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88101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010"/>
    </mc:Choice>
    <mc:Fallback>
      <p:transition spd="slow" advTm="420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95B283-2691-01C1-52DB-53FCC313C0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97" r="-1" b="7026"/>
          <a:stretch/>
        </p:blipFill>
        <p:spPr>
          <a:xfrm>
            <a:off x="-31587" y="10"/>
            <a:ext cx="12188952" cy="6857990"/>
          </a:xfrm>
          <a:prstGeom prst="rect">
            <a:avLst/>
          </a:prstGeom>
        </p:spPr>
      </p:pic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072E62-392E-62D9-D1C1-CF3E79DF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0" y="1346267"/>
            <a:ext cx="7601320" cy="4486361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endParaRPr lang="en-US" sz="3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19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4B760-1034-258A-378E-DAB07B1A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badi" panose="020B0604020104020204" pitchFamily="34" charset="0"/>
              </a:rPr>
              <a:t>O espectro escolhido foi o vermelho e azul.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8A5D805-80C3-F663-8042-FF4B5D002E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Comprimento da onda.</a:t>
            </a:r>
          </a:p>
          <a:p>
            <a:r>
              <a:rPr lang="pt-BR" dirty="0"/>
              <a:t>660 nm.</a:t>
            </a:r>
          </a:p>
          <a:p>
            <a:r>
              <a:rPr lang="pt-BR" dirty="0"/>
              <a:t>Sensor LDR</a:t>
            </a:r>
          </a:p>
          <a:p>
            <a:r>
              <a:rPr lang="pt-BR" dirty="0"/>
              <a:t>430 nm.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Marcador de Posição de Conteúdo 7">
            <a:extLst>
              <a:ext uri="{FF2B5EF4-FFF2-40B4-BE49-F238E27FC236}">
                <a16:creationId xmlns:a16="http://schemas.microsoft.com/office/drawing/2014/main" id="{F727676C-5FFF-9885-3AD3-22D3CDE8D5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552536" y="1440710"/>
            <a:ext cx="3324689" cy="2362530"/>
          </a:xfr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8F65B9D-3283-C866-F77B-0F1430936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225" y="1324943"/>
            <a:ext cx="2972268" cy="4956594"/>
          </a:xfrm>
          <a:prstGeom prst="rect">
            <a:avLst/>
          </a:prstGeom>
        </p:spPr>
      </p:pic>
      <p:pic>
        <p:nvPicPr>
          <p:cNvPr id="19" name="Áudio 18">
            <a:hlinkClick r:id="" action="ppaction://media"/>
            <a:extLst>
              <a:ext uri="{FF2B5EF4-FFF2-40B4-BE49-F238E27FC236}">
                <a16:creationId xmlns:a16="http://schemas.microsoft.com/office/drawing/2014/main" id="{85E6EF99-2D8C-8543-330D-C1B66E7786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29149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383"/>
    </mc:Choice>
    <mc:Fallback>
      <p:transition spd="slow" advTm="803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61EFA78E-3792-8A2F-2A6A-1E28B2279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693746"/>
            <a:ext cx="3517119" cy="3464362"/>
          </a:xfrm>
          <a:prstGeom prst="rect">
            <a:avLst/>
          </a:prstGeom>
        </p:spPr>
      </p:pic>
      <p:cxnSp>
        <p:nvCxnSpPr>
          <p:cNvPr id="181" name="Straight Connector 17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AC3D0700-0CB7-2098-220A-2FE6DBDC1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676" y="2099423"/>
            <a:ext cx="3537345" cy="2653008"/>
          </a:xfrm>
          <a:prstGeom prst="rect">
            <a:avLst/>
          </a:prstGeom>
        </p:spPr>
      </p:pic>
      <p:cxnSp>
        <p:nvCxnSpPr>
          <p:cNvPr id="182" name="Straight Connector 17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m 20">
            <a:extLst>
              <a:ext uri="{FF2B5EF4-FFF2-40B4-BE49-F238E27FC236}">
                <a16:creationId xmlns:a16="http://schemas.microsoft.com/office/drawing/2014/main" id="{B66D12F3-319B-4C1D-8E1C-AD20A7F9D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2336" y="1772183"/>
            <a:ext cx="3517120" cy="3307490"/>
          </a:xfrm>
          <a:prstGeom prst="rect">
            <a:avLst/>
          </a:prstGeom>
        </p:spPr>
      </p:pic>
      <p:pic>
        <p:nvPicPr>
          <p:cNvPr id="22" name="Áudio 21">
            <a:hlinkClick r:id="" action="ppaction://media"/>
            <a:extLst>
              <a:ext uri="{FF2B5EF4-FFF2-40B4-BE49-F238E27FC236}">
                <a16:creationId xmlns:a16="http://schemas.microsoft.com/office/drawing/2014/main" id="{93543A75-ADA1-9638-7D8B-CA30BAE9EA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50483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849"/>
    </mc:Choice>
    <mc:Fallback>
      <p:transition spd="slow" advTm="548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0" name="Rectangle 16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73ED0F0D-7BDD-E652-F7C1-B2786F00A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78613" cy="7070035"/>
          </a:xfrm>
          <a:prstGeom prst="rect">
            <a:avLst/>
          </a:prstGeom>
        </p:spPr>
      </p:pic>
      <p:pic>
        <p:nvPicPr>
          <p:cNvPr id="30" name="Áudio 29">
            <a:hlinkClick r:id="" action="ppaction://media"/>
            <a:extLst>
              <a:ext uri="{FF2B5EF4-FFF2-40B4-BE49-F238E27FC236}">
                <a16:creationId xmlns:a16="http://schemas.microsoft.com/office/drawing/2014/main" id="{22C0A08B-FCC1-4979-DE37-1CAF250E99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10624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201"/>
    </mc:Choice>
    <mc:Fallback>
      <p:transition spd="slow" advTm="362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FDF6D-7A86-E543-91B9-4C95F5471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Referências: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E5698CE-8C03-92B9-AD37-761A8B48E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4"/>
              </a:rPr>
              <a:t>https://codlux.blogspot.com/2018/09/primavera-codlux-o-led-e-as-plantas.html</a:t>
            </a:r>
            <a:endParaRPr lang="pt-BR" dirty="0"/>
          </a:p>
          <a:p>
            <a:r>
              <a:rPr lang="pt-BR" dirty="0">
                <a:hlinkClick r:id="rId5"/>
              </a:rPr>
              <a:t>https://www.emporioluz.com.br/blog/a-influencia-da-luz-nas-plantas/</a:t>
            </a:r>
            <a:endParaRPr lang="pt-BR" dirty="0"/>
          </a:p>
          <a:p>
            <a:r>
              <a:rPr lang="pt-BR" dirty="0">
                <a:hlinkClick r:id="rId6"/>
              </a:rPr>
              <a:t>https://blog.cultivagrowshop.com.br/quais-tipos-de-luz-influenciam-no-cultivo/</a:t>
            </a:r>
            <a:endParaRPr lang="pt-BR" dirty="0"/>
          </a:p>
          <a:p>
            <a:r>
              <a:rPr lang="pt-BR" dirty="0">
                <a:hlinkClick r:id="rId7"/>
              </a:rPr>
              <a:t>https://www.dicasled.pt/qual-e-a-melhor-luz-artificial-para-plantas/</a:t>
            </a:r>
            <a:endParaRPr lang="pt-BR" dirty="0"/>
          </a:p>
          <a:p>
            <a:endParaRPr lang="pt-BR" dirty="0"/>
          </a:p>
        </p:txBody>
      </p:sp>
      <p:pic>
        <p:nvPicPr>
          <p:cNvPr id="16" name="Áudio 15">
            <a:hlinkClick r:id="" action="ppaction://media"/>
            <a:extLst>
              <a:ext uri="{FF2B5EF4-FFF2-40B4-BE49-F238E27FC236}">
                <a16:creationId xmlns:a16="http://schemas.microsoft.com/office/drawing/2014/main" id="{3445D037-C552-03D4-16A0-EA88C7E74F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28505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47"/>
    </mc:Choice>
    <mc:Fallback>
      <p:transition spd="slow" advTm="72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8"/>
</p:tagLst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BrushVTI">
  <a:themeElements>
    <a:clrScheme name="AnalogousFromLightSeed_2SEEDS">
      <a:dk1>
        <a:srgbClr val="000000"/>
      </a:dk1>
      <a:lt1>
        <a:srgbClr val="FFFFFF"/>
      </a:lt1>
      <a:dk2>
        <a:srgbClr val="413224"/>
      </a:dk2>
      <a:lt2>
        <a:srgbClr val="E8E5E2"/>
      </a:lt2>
      <a:accent1>
        <a:srgbClr val="6597D4"/>
      </a:accent1>
      <a:accent2>
        <a:srgbClr val="57AFBD"/>
      </a:accent2>
      <a:accent3>
        <a:srgbClr val="8184DC"/>
      </a:accent3>
      <a:accent4>
        <a:srgbClr val="D46C65"/>
      </a:accent4>
      <a:accent5>
        <a:srgbClr val="D2955C"/>
      </a:accent5>
      <a:accent6>
        <a:srgbClr val="ADA452"/>
      </a:accent6>
      <a:hlink>
        <a:srgbClr val="9A7E5D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116</Words>
  <Application>Microsoft Office PowerPoint</Application>
  <PresentationFormat>Ecrã Panorâmico</PresentationFormat>
  <Paragraphs>15</Paragraphs>
  <Slides>7</Slides>
  <Notes>0</Notes>
  <HiddenSlides>0</HiddenSlides>
  <MMClips>6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7</vt:i4>
      </vt:variant>
    </vt:vector>
  </HeadingPairs>
  <TitlesOfParts>
    <vt:vector size="16" baseType="lpstr">
      <vt:lpstr>Meiryo</vt:lpstr>
      <vt:lpstr>Abadi</vt:lpstr>
      <vt:lpstr>Arial</vt:lpstr>
      <vt:lpstr>Arial Black</vt:lpstr>
      <vt:lpstr>Century Gothic</vt:lpstr>
      <vt:lpstr>Corbel</vt:lpstr>
      <vt:lpstr>Elephant</vt:lpstr>
      <vt:lpstr>SketchLinesVTI</vt:lpstr>
      <vt:lpstr>BrushVTI</vt:lpstr>
      <vt:lpstr>Global Solution - ELECTRONICS ENGINEERING TECHNOLOGY</vt:lpstr>
      <vt:lpstr>Benefícios:  Não emitem calor e possui uma melhor eficiência.  Melhorias para o ambiente.  </vt:lpstr>
      <vt:lpstr>Apresentação do PowerPoint</vt:lpstr>
      <vt:lpstr>O espectro escolhido foi o vermelho e azul.</vt:lpstr>
      <vt:lpstr>Apresentação do PowerPoint</vt:lpstr>
      <vt:lpstr>Apresentação do PowerPoint</vt:lpstr>
      <vt:lpstr>Referências: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Solution - COMPUTER AIDED DESIGN</dc:title>
  <dc:creator>Guilherme Macario</dc:creator>
  <cp:lastModifiedBy>Guilherme Macario</cp:lastModifiedBy>
  <cp:revision>3</cp:revision>
  <dcterms:created xsi:type="dcterms:W3CDTF">2022-06-05T14:56:07Z</dcterms:created>
  <dcterms:modified xsi:type="dcterms:W3CDTF">2023-05-31T20:54:49Z</dcterms:modified>
</cp:coreProperties>
</file>